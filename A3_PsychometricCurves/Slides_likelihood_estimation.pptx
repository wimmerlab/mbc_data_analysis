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31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75"/>
  </p:normalViewPr>
  <p:slideViewPr>
    <p:cSldViewPr snapToGrid="0">
      <p:cViewPr varScale="1">
        <p:scale>
          <a:sx n="114" d="100"/>
          <a:sy n="114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8-12T17:20:20.7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4266 461,'-19'-4,"-1"-2,1-1,0 0,1-1,-11-7,-13-4,-51-20,-1 5,-86-18,-200-32,257 59,-211-37,-3 14,-62 11,115 24,1 13,-231 30,418-19,1 4,-69 21,113-21,1 1,1 3,0 2,2 2,-38 24,58-29,1 1,1 2,1 0,0 2,-11 15,9-6,1 1,1 1,2 1,-2 7,8-8,0 0,3 1,0 0,0 11,1 5,2-1,-2 46,7 0,4 1,4 0,6 11,-2-42,3 1,11 37,-10-65,1 0,2-1,1 0,20 32,-7-20,3-1,37 45,-43-64,1-2,2 0,0-2,32 22,25 12,2-3,3-5,2-3,3-5,42 12,105 28,89 13,-163-58,1-6,85 1,41-11,0-13,70-15,-214-5,0-6,-2-7,0-6,74-28,23-18,39-27,-190 61,-1-4,-3-4,-2-5,24-21,-66 40,-1-1,-2-2,-2-3,-2-1,28-38,-41 44,-1-1,-2-2,-1-1,-3 0,-1-2,-2 0,8-31,-18 44,-1-1,-1 1,-2-2,-1 1,-1 0,-2 0,-1 0,-1 0,-2-5,-3-6,-2 0,-2 0,-1 1,-2 0,-2 2,-7-11,4 14,-1 1,-2 1,-1 1,-1 1,-2 1,-1 1,-2 1,-15-11,-2 3,-2 1,-1 3,-23-10,-71-32,100 54,-1 2,-15-3,46 17,0 1,-14-2,9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8-12T17:20:48.1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8-28T18:18:19.716"/>
    </inkml:context>
    <inkml:brush xml:id="br0">
      <inkml:brushProperty name="width" value="0.10583" units="cm"/>
      <inkml:brushProperty name="height" value="0.10583" units="cm"/>
      <inkml:brushProperty name="color" value="#004F8B"/>
      <inkml:brushProperty name="ignorePressure" value="1"/>
    </inkml:brush>
  </inkml:definitions>
  <inkml:trace contextRef="#ctx0" brushRef="#br0">906 2545,'0'0,"0"0,-1 0,-14 2,0-1,0-1,0 0,-8-2,2 0,-1-2,-17-5,-67-23,70 20,1-2,0-1,-18-12,-63-40,68 38,28 16,-7-6,-8-10,-15-18,38 36,2-1,-1 0,-4-9,-8-13,-5-9,6 10,16 24,1-1,-2-6,0-2,1-1,0 0,0-10,0-3,0-24,4 25,1-23,4-1,8-32,-2 38,-5 33,5-15,9-15,5-6,-2 10,0 0,-15 29,10-20,2 0,42-64,-37 61,16-24,-23 36,1 0,9-9,-10 14,20-23,-4 5,-20 25,11-9,1 1,12-10,1-4,14-12,8-5,-19 15,-15 15,1 1,0 1,12-5,-27 18,66-41,-70 42,32-20,2 1,5 0,23-12,-6-2,-19 11,2 1,61-29,-48 24,1 3,-13 11,0 2,-7 3,87-33,-106 37,92-34,-86 34,22-4,29 0,41-3,-77 12,9 1,42 4,-29 3,5 3,63 15,-54-4,-2 5,-28-9,67 18,-12-1,-80-24,-1 0,0 2,1 1,57 34,5 1,-41-22,-1 2,-15-6,29 19,-42-30,50 34,-10-2,-1 3,2 1,-19-15,12 15,-17-16,2 0,40 38,-68-61,48 42,-41-37,5 5,11 14,14 19,-21-24,-4-4,-1 2,11 18,16 35,-4 3,-24-48,2 7,5 17,-12-24,-1 1,0 3,20 109,-19-90,9 67,-5 1,-11-73,-3 10,-1-23,-6 36,4-53,-2 1,-3 8,4-16,-2 0,1 0,-1-1,-4 6,-11 17,16-28,-1 0,0 0,-5 6,6-9,-1 1,1-1,-1 0,0 0,1 0,-1-1,-1 1,-8 2,-14 5,-39 7,-2-4,40-7,-27 3,-30 0,-29-4,0-7,8-1,50 2,-6 3,31 0,1 2,-25 6,-12 7,-29 13,-8 4,74-25,0-2,0-2,-1 0,-24-1,-49 2,34 4,44-5,-17 6,-21 10,1 4,23-10,24-9,-86 34,83-31,-1 2,2 0,-13 9,-49 32,53-34,-22 17,14-6,-33 24,27-25,12-9,1 1,-7 5,20-15,-6 2,-5 2,-2-2,0-1,-4-1,-6 1,-38 5,61-13,0-2,0 0,0-1,-12-1,1-2,0-1,-24-7,21 3,1-1,-14-8,28 10,0 0,1-1,-1-1,-10-8,3-1,-20-14,38 30,-32-25,26 19,0-1,-3-4,-33-42,23 26,11 15,-3-7,9 12,0-1,1 1,0-2,-2-5,1-1,1 1,-2-14,5 19,0-1,1 1,1 0,0-1,1-8,2-17,3 6,5-14,-7 27,2 0,0 1,9-16,34-58,-38 73,5-5,14-17,-15 21,7-8,1 1,3-1,59-54,-46 47,14-7,55-41,-68 53,-4 3,-20 14,3-5,4-5,-7 6,17-12,11-3,-6 4,-32 23,59-43,-35 27,8-3,39-14,-15 7,-32 16,-21 10,-1 1,6-2,-12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60C1D-4DE5-4205-8C66-D8BD7AD9775C}" type="datetimeFigureOut">
              <a:rPr lang="es-ES" smtClean="0"/>
              <a:t>23/10/26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860EE-E7B9-4464-A33C-4E498CFF67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13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</a:t>
            </a:r>
            <a:r>
              <a:rPr lang="en-GB" dirty="0" err="1"/>
              <a:t>l_t</a:t>
            </a:r>
            <a:r>
              <a:rPr lang="en-GB" dirty="0"/>
              <a:t>(theta) (likelihood for one trial). </a:t>
            </a:r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2860EE-E7B9-4464-A33C-4E498CFF67C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1190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: </a:t>
            </a:r>
            <a:r>
              <a:rPr lang="es-ES" dirty="0" err="1"/>
              <a:t>methods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find</a:t>
            </a:r>
            <a:r>
              <a:rPr lang="es-ES" dirty="0"/>
              <a:t> LLH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860EE-E7B9-4464-A33C-4E498CFF67C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3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Subtíto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  <a:endParaRPr lang="en-GB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33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a-ES"/>
              <a:t>Editeu els estils de text del patró</a:t>
            </a:r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20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contingut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9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Editeu els estils de text del patró</a:t>
            </a:r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Editeu els estils de text del patró</a:t>
            </a:r>
          </a:p>
        </p:txBody>
      </p:sp>
      <p:sp>
        <p:nvSpPr>
          <p:cNvPr id="6" name="Contenidor de contingut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7" name="Contenidor de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8" name="Contenidor de peu de pà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i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76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91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3" name="Contenidor de peu de pà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42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Editeu els estils de text del patró</a:t>
            </a:r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803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'imatg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Editeu els estils de text del patró</a:t>
            </a:r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5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31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49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  <a:endParaRPr lang="en-GB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Editeu els estils de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GB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F084C-BCB9-4549-84DF-B027ED2B5BC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B4227-82F5-4D2F-9440-919BAD2F6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73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12" Type="http://schemas.openxmlformats.org/officeDocument/2006/relationships/customXml" Target="../ink/ink1.xml"/><Relationship Id="rId2" Type="http://schemas.openxmlformats.org/officeDocument/2006/relationships/tags" Target="../tags/tag2.xml"/><Relationship Id="rId16" Type="http://schemas.openxmlformats.org/officeDocument/2006/relationships/image" Target="../media/image310.png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2.xml"/><Relationship Id="rId15" Type="http://schemas.openxmlformats.org/officeDocument/2006/relationships/customXml" Target="../ink/ink2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image" Target="../media/image3.png"/><Relationship Id="rId14" Type="http://schemas.openxmlformats.org/officeDocument/2006/relationships/image" Target="../media/image300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image" Target="../media/image11.png"/><Relationship Id="rId39" Type="http://schemas.openxmlformats.org/officeDocument/2006/relationships/image" Target="../media/image22.png"/><Relationship Id="rId21" Type="http://schemas.openxmlformats.org/officeDocument/2006/relationships/image" Target="../media/image6.png"/><Relationship Id="rId34" Type="http://schemas.openxmlformats.org/officeDocument/2006/relationships/image" Target="../media/image17.png"/><Relationship Id="rId42" Type="http://schemas.openxmlformats.org/officeDocument/2006/relationships/image" Target="../media/image25.png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9" Type="http://schemas.openxmlformats.org/officeDocument/2006/relationships/image" Target="../media/image14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image" Target="../media/image9.png"/><Relationship Id="rId32" Type="http://schemas.openxmlformats.org/officeDocument/2006/relationships/customXml" Target="../ink/ink3.xml"/><Relationship Id="rId37" Type="http://schemas.openxmlformats.org/officeDocument/2006/relationships/image" Target="../media/image20.png"/><Relationship Id="rId40" Type="http://schemas.openxmlformats.org/officeDocument/2006/relationships/image" Target="../media/image23.png"/><Relationship Id="rId45" Type="http://schemas.openxmlformats.org/officeDocument/2006/relationships/image" Target="../media/image28.png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image" Target="../media/image8.png"/><Relationship Id="rId28" Type="http://schemas.openxmlformats.org/officeDocument/2006/relationships/image" Target="../media/image13.png"/><Relationship Id="rId36" Type="http://schemas.openxmlformats.org/officeDocument/2006/relationships/image" Target="../media/image19.png"/><Relationship Id="rId10" Type="http://schemas.openxmlformats.org/officeDocument/2006/relationships/tags" Target="../tags/tag14.xml"/><Relationship Id="rId19" Type="http://schemas.openxmlformats.org/officeDocument/2006/relationships/slideLayout" Target="../slideLayouts/slideLayout2.xml"/><Relationship Id="rId31" Type="http://schemas.openxmlformats.org/officeDocument/2006/relationships/image" Target="../media/image16.png"/><Relationship Id="rId44" Type="http://schemas.openxmlformats.org/officeDocument/2006/relationships/image" Target="../media/image27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image" Target="../media/image7.png"/><Relationship Id="rId27" Type="http://schemas.openxmlformats.org/officeDocument/2006/relationships/image" Target="../media/image12.png"/><Relationship Id="rId30" Type="http://schemas.openxmlformats.org/officeDocument/2006/relationships/image" Target="../media/image15.png"/><Relationship Id="rId35" Type="http://schemas.openxmlformats.org/officeDocument/2006/relationships/image" Target="../media/image18.png"/><Relationship Id="rId43" Type="http://schemas.openxmlformats.org/officeDocument/2006/relationships/image" Target="../media/image26.png"/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image" Target="../media/image10.png"/><Relationship Id="rId33" Type="http://schemas.openxmlformats.org/officeDocument/2006/relationships/image" Target="../media/image42.png"/><Relationship Id="rId38" Type="http://schemas.openxmlformats.org/officeDocument/2006/relationships/image" Target="../media/image21.png"/><Relationship Id="rId46" Type="http://schemas.openxmlformats.org/officeDocument/2006/relationships/image" Target="../media/image29.png"/><Relationship Id="rId20" Type="http://schemas.openxmlformats.org/officeDocument/2006/relationships/notesSlide" Target="../notesSlides/notesSlide2.xml"/><Relationship Id="rId4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2C56F-BB97-4711-B5B2-F9694602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s-ES" dirty="0" err="1"/>
              <a:t>Parameter</a:t>
            </a:r>
            <a:r>
              <a:rPr lang="es-ES" dirty="0"/>
              <a:t> </a:t>
            </a:r>
            <a:r>
              <a:rPr lang="es-ES" dirty="0" err="1"/>
              <a:t>estimation</a:t>
            </a:r>
            <a:r>
              <a:rPr lang="es-ES" dirty="0"/>
              <a:t> (</a:t>
            </a:r>
            <a:r>
              <a:rPr lang="es-ES" dirty="0" err="1"/>
              <a:t>inference</a:t>
            </a:r>
            <a:r>
              <a:rPr lang="es-E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C6D076-644A-4DD6-B177-B4A0DA9A1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09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behavior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i="1" dirty="0" err="1"/>
              <a:t>independent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trials</a:t>
            </a:r>
            <a:r>
              <a:rPr lang="es-ES" dirty="0"/>
              <a:t>, LLH </a:t>
            </a:r>
            <a:r>
              <a:rPr lang="es-ES" dirty="0" err="1"/>
              <a:t>turns</a:t>
            </a:r>
            <a:r>
              <a:rPr lang="es-ES" dirty="0"/>
              <a:t> </a:t>
            </a:r>
            <a:r>
              <a:rPr lang="es-ES" dirty="0" err="1"/>
              <a:t>into</a:t>
            </a:r>
            <a:r>
              <a:rPr lang="es-ES" dirty="0"/>
              <a:t> sum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terms</a:t>
            </a:r>
            <a:r>
              <a:rPr lang="es-ES" dirty="0"/>
              <a:t>:</a:t>
            </a:r>
            <a:br>
              <a:rPr lang="es-ES" dirty="0"/>
            </a:b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82F0F3-9C48-42A0-B0D9-88C15CB3AF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62" y="1504442"/>
            <a:ext cx="4904192" cy="6518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0A218C6-A93B-46B0-A882-95A608AFEA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62" y="2307430"/>
            <a:ext cx="9955661" cy="65497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CBABDC8-42B9-4C60-8AA7-31E3BAC842FD}"/>
              </a:ext>
            </a:extLst>
          </p:cNvPr>
          <p:cNvSpPr txBox="1"/>
          <p:nvPr/>
        </p:nvSpPr>
        <p:spPr>
          <a:xfrm>
            <a:off x="7221255" y="1562030"/>
            <a:ext cx="3320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i="1" dirty="0">
                <a:solidFill>
                  <a:srgbClr val="FF0000"/>
                </a:solidFill>
              </a:rPr>
              <a:t>log-</a:t>
            </a:r>
            <a:r>
              <a:rPr lang="es-ES" sz="3200" i="1" dirty="0" err="1">
                <a:solidFill>
                  <a:srgbClr val="FF0000"/>
                </a:solidFill>
              </a:rPr>
              <a:t>likelihood</a:t>
            </a:r>
            <a:r>
              <a:rPr lang="es-ES" dirty="0"/>
              <a:t> </a:t>
            </a:r>
            <a:r>
              <a:rPr lang="es-ES" sz="3200" dirty="0">
                <a:solidFill>
                  <a:srgbClr val="FF0000"/>
                </a:solidFill>
              </a:rPr>
              <a:t>(LLH)</a:t>
            </a:r>
            <a:endParaRPr lang="es-ES" dirty="0">
              <a:solidFill>
                <a:srgbClr val="FF0000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9B68C89-9194-4EE0-90E5-FF5B301DF9CF}"/>
              </a:ext>
            </a:extLst>
          </p:cNvPr>
          <p:cNvCxnSpPr>
            <a:cxnSpLocks/>
          </p:cNvCxnSpPr>
          <p:nvPr/>
        </p:nvCxnSpPr>
        <p:spPr>
          <a:xfrm flipH="1">
            <a:off x="6412523" y="1929008"/>
            <a:ext cx="708524" cy="3101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65375E24-E82D-4444-B6B8-1C4C9AF603D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334" y="4312519"/>
            <a:ext cx="8655805" cy="44616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3A3C7C7-1AEB-4E94-9D83-8E884987B4F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487" y="5125602"/>
            <a:ext cx="8768512" cy="446168"/>
          </a:xfrm>
          <a:prstGeom prst="rect">
            <a:avLst/>
          </a:prstGeom>
        </p:spPr>
      </p:pic>
      <p:pic>
        <p:nvPicPr>
          <p:cNvPr id="10" name="Imatge 3">
            <a:extLst>
              <a:ext uri="{FF2B5EF4-FFF2-40B4-BE49-F238E27FC236}">
                <a16:creationId xmlns:a16="http://schemas.microsoft.com/office/drawing/2014/main" id="{D305F7F8-E4D0-453B-8C20-93234C4B67B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6311799"/>
            <a:ext cx="800613" cy="5304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9C20583-48E1-44EB-8F39-5C36A3D6131F}"/>
                  </a:ext>
                </a:extLst>
              </p14:cNvPr>
              <p14:cNvContentPartPr/>
              <p14:nvPr/>
            </p14:nvContentPartPr>
            <p14:xfrm>
              <a:off x="4794150" y="2152148"/>
              <a:ext cx="1967400" cy="100152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9C20583-48E1-44EB-8F39-5C36A3D613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85150" y="2143508"/>
                <a:ext cx="1985040" cy="10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14ABC6DD-427F-47BF-8F84-61590A6A8F7E}"/>
                  </a:ext>
                </a:extLst>
              </p14:cNvPr>
              <p14:cNvContentPartPr/>
              <p14:nvPr/>
            </p14:nvContentPartPr>
            <p14:xfrm>
              <a:off x="7162590" y="2723828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14ABC6DD-427F-47BF-8F84-61590A6A8F7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53590" y="271518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ángulo 51 1 2">
            <a:extLst>
              <a:ext uri="{FF2B5EF4-FFF2-40B4-BE49-F238E27FC236}">
                <a16:creationId xmlns:a16="http://schemas.microsoft.com/office/drawing/2014/main" id="{68704517-22DF-433C-8AA5-EDF370E4570E}"/>
              </a:ext>
            </a:extLst>
          </p:cNvPr>
          <p:cNvSpPr/>
          <p:nvPr/>
        </p:nvSpPr>
        <p:spPr>
          <a:xfrm flipH="1" flipV="1">
            <a:off x="5318269" y="3969269"/>
            <a:ext cx="5039162" cy="1143481"/>
          </a:xfrm>
          <a:custGeom>
            <a:avLst/>
            <a:gdLst>
              <a:gd name="connsiteX0" fmla="*/ 0 w 6751244"/>
              <a:gd name="connsiteY0" fmla="*/ 0 h 2435752"/>
              <a:gd name="connsiteX1" fmla="*/ 6751244 w 6751244"/>
              <a:gd name="connsiteY1" fmla="*/ 0 h 2435752"/>
              <a:gd name="connsiteX2" fmla="*/ 6751244 w 6751244"/>
              <a:gd name="connsiteY2" fmla="*/ 2435752 h 2435752"/>
              <a:gd name="connsiteX3" fmla="*/ 0 w 6751244"/>
              <a:gd name="connsiteY3" fmla="*/ 2435752 h 2435752"/>
              <a:gd name="connsiteX4" fmla="*/ 0 w 6751244"/>
              <a:gd name="connsiteY4" fmla="*/ 0 h 2435752"/>
              <a:gd name="connsiteX0" fmla="*/ 0 w 6751244"/>
              <a:gd name="connsiteY0" fmla="*/ 2440 h 2438192"/>
              <a:gd name="connsiteX1" fmla="*/ 4964727 w 6751244"/>
              <a:gd name="connsiteY1" fmla="*/ 0 h 2438192"/>
              <a:gd name="connsiteX2" fmla="*/ 6751244 w 6751244"/>
              <a:gd name="connsiteY2" fmla="*/ 2440 h 2438192"/>
              <a:gd name="connsiteX3" fmla="*/ 6751244 w 6751244"/>
              <a:gd name="connsiteY3" fmla="*/ 2438192 h 2438192"/>
              <a:gd name="connsiteX4" fmla="*/ 0 w 6751244"/>
              <a:gd name="connsiteY4" fmla="*/ 2438192 h 2438192"/>
              <a:gd name="connsiteX5" fmla="*/ 0 w 6751244"/>
              <a:gd name="connsiteY5" fmla="*/ 2440 h 2438192"/>
              <a:gd name="connsiteX0" fmla="*/ 0 w 6751244"/>
              <a:gd name="connsiteY0" fmla="*/ 20024 h 2455776"/>
              <a:gd name="connsiteX1" fmla="*/ 4964727 w 6751244"/>
              <a:gd name="connsiteY1" fmla="*/ 17584 h 2455776"/>
              <a:gd name="connsiteX2" fmla="*/ 5568465 w 6751244"/>
              <a:gd name="connsiteY2" fmla="*/ 0 h 2455776"/>
              <a:gd name="connsiteX3" fmla="*/ 6751244 w 6751244"/>
              <a:gd name="connsiteY3" fmla="*/ 20024 h 2455776"/>
              <a:gd name="connsiteX4" fmla="*/ 6751244 w 6751244"/>
              <a:gd name="connsiteY4" fmla="*/ 2455776 h 2455776"/>
              <a:gd name="connsiteX5" fmla="*/ 0 w 6751244"/>
              <a:gd name="connsiteY5" fmla="*/ 2455776 h 2455776"/>
              <a:gd name="connsiteX6" fmla="*/ 0 w 6751244"/>
              <a:gd name="connsiteY6" fmla="*/ 20024 h 2455776"/>
              <a:gd name="connsiteX0" fmla="*/ 0 w 6751244"/>
              <a:gd name="connsiteY0" fmla="*/ 20024 h 2455776"/>
              <a:gd name="connsiteX1" fmla="*/ 4964727 w 6751244"/>
              <a:gd name="connsiteY1" fmla="*/ 17584 h 2455776"/>
              <a:gd name="connsiteX2" fmla="*/ 5263665 w 6751244"/>
              <a:gd name="connsiteY2" fmla="*/ 5861 h 2455776"/>
              <a:gd name="connsiteX3" fmla="*/ 5568465 w 6751244"/>
              <a:gd name="connsiteY3" fmla="*/ 0 h 2455776"/>
              <a:gd name="connsiteX4" fmla="*/ 6751244 w 6751244"/>
              <a:gd name="connsiteY4" fmla="*/ 20024 h 2455776"/>
              <a:gd name="connsiteX5" fmla="*/ 6751244 w 6751244"/>
              <a:gd name="connsiteY5" fmla="*/ 2455776 h 2455776"/>
              <a:gd name="connsiteX6" fmla="*/ 0 w 6751244"/>
              <a:gd name="connsiteY6" fmla="*/ 2455776 h 2455776"/>
              <a:gd name="connsiteX7" fmla="*/ 0 w 6751244"/>
              <a:gd name="connsiteY7" fmla="*/ 20024 h 2455776"/>
              <a:gd name="connsiteX0" fmla="*/ 0 w 6751244"/>
              <a:gd name="connsiteY0" fmla="*/ 389302 h 2825054"/>
              <a:gd name="connsiteX1" fmla="*/ 4964727 w 6751244"/>
              <a:gd name="connsiteY1" fmla="*/ 386862 h 2825054"/>
              <a:gd name="connsiteX2" fmla="*/ 5404342 w 6751244"/>
              <a:gd name="connsiteY2" fmla="*/ 0 h 2825054"/>
              <a:gd name="connsiteX3" fmla="*/ 5568465 w 6751244"/>
              <a:gd name="connsiteY3" fmla="*/ 369278 h 2825054"/>
              <a:gd name="connsiteX4" fmla="*/ 6751244 w 6751244"/>
              <a:gd name="connsiteY4" fmla="*/ 389302 h 2825054"/>
              <a:gd name="connsiteX5" fmla="*/ 6751244 w 6751244"/>
              <a:gd name="connsiteY5" fmla="*/ 2825054 h 2825054"/>
              <a:gd name="connsiteX6" fmla="*/ 0 w 6751244"/>
              <a:gd name="connsiteY6" fmla="*/ 2825054 h 2825054"/>
              <a:gd name="connsiteX7" fmla="*/ 0 w 6751244"/>
              <a:gd name="connsiteY7" fmla="*/ 389302 h 2825054"/>
              <a:gd name="connsiteX0" fmla="*/ 0 w 6751244"/>
              <a:gd name="connsiteY0" fmla="*/ 389302 h 2825054"/>
              <a:gd name="connsiteX1" fmla="*/ 4964727 w 6751244"/>
              <a:gd name="connsiteY1" fmla="*/ 386862 h 2825054"/>
              <a:gd name="connsiteX2" fmla="*/ 5404342 w 6751244"/>
              <a:gd name="connsiteY2" fmla="*/ 0 h 2825054"/>
              <a:gd name="connsiteX3" fmla="*/ 5398480 w 6751244"/>
              <a:gd name="connsiteY3" fmla="*/ 369278 h 2825054"/>
              <a:gd name="connsiteX4" fmla="*/ 6751244 w 6751244"/>
              <a:gd name="connsiteY4" fmla="*/ 389302 h 2825054"/>
              <a:gd name="connsiteX5" fmla="*/ 6751244 w 6751244"/>
              <a:gd name="connsiteY5" fmla="*/ 2825054 h 2825054"/>
              <a:gd name="connsiteX6" fmla="*/ 0 w 6751244"/>
              <a:gd name="connsiteY6" fmla="*/ 2825054 h 2825054"/>
              <a:gd name="connsiteX7" fmla="*/ 0 w 6751244"/>
              <a:gd name="connsiteY7" fmla="*/ 389302 h 2825054"/>
              <a:gd name="connsiteX0" fmla="*/ 0 w 6751244"/>
              <a:gd name="connsiteY0" fmla="*/ 389302 h 2825054"/>
              <a:gd name="connsiteX1" fmla="*/ 4964727 w 6751244"/>
              <a:gd name="connsiteY1" fmla="*/ 386862 h 2825054"/>
              <a:gd name="connsiteX2" fmla="*/ 5404342 w 6751244"/>
              <a:gd name="connsiteY2" fmla="*/ 0 h 2825054"/>
              <a:gd name="connsiteX3" fmla="*/ 5251941 w 6751244"/>
              <a:gd name="connsiteY3" fmla="*/ 369278 h 2825054"/>
              <a:gd name="connsiteX4" fmla="*/ 6751244 w 6751244"/>
              <a:gd name="connsiteY4" fmla="*/ 389302 h 2825054"/>
              <a:gd name="connsiteX5" fmla="*/ 6751244 w 6751244"/>
              <a:gd name="connsiteY5" fmla="*/ 2825054 h 2825054"/>
              <a:gd name="connsiteX6" fmla="*/ 0 w 6751244"/>
              <a:gd name="connsiteY6" fmla="*/ 2825054 h 2825054"/>
              <a:gd name="connsiteX7" fmla="*/ 0 w 6751244"/>
              <a:gd name="connsiteY7" fmla="*/ 389302 h 2825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51244" h="2825054">
                <a:moveTo>
                  <a:pt x="0" y="389302"/>
                </a:moveTo>
                <a:lnTo>
                  <a:pt x="4964727" y="386862"/>
                </a:lnTo>
                <a:lnTo>
                  <a:pt x="5404342" y="0"/>
                </a:lnTo>
                <a:lnTo>
                  <a:pt x="5251941" y="369278"/>
                </a:lnTo>
                <a:lnTo>
                  <a:pt x="6751244" y="389302"/>
                </a:lnTo>
                <a:lnTo>
                  <a:pt x="6751244" y="2825054"/>
                </a:lnTo>
                <a:lnTo>
                  <a:pt x="0" y="2825054"/>
                </a:lnTo>
                <a:lnTo>
                  <a:pt x="0" y="389302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sz="24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55DA37E-0630-4BED-8931-D0019BD00435}"/>
              </a:ext>
            </a:extLst>
          </p:cNvPr>
          <p:cNvSpPr txBox="1"/>
          <p:nvPr/>
        </p:nvSpPr>
        <p:spPr>
          <a:xfrm>
            <a:off x="5382641" y="4050705"/>
            <a:ext cx="4974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/>
              <a:t>The</a:t>
            </a:r>
            <a:r>
              <a:rPr lang="es-ES" sz="2400" dirty="0"/>
              <a:t> sum </a:t>
            </a:r>
            <a:r>
              <a:rPr lang="es-ES" sz="2400" dirty="0" err="1"/>
              <a:t>is</a:t>
            </a:r>
            <a:r>
              <a:rPr lang="es-ES" sz="2400" dirty="0"/>
              <a:t> more </a:t>
            </a:r>
            <a:r>
              <a:rPr lang="es-ES" sz="2400" dirty="0" err="1"/>
              <a:t>practical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</a:t>
            </a:r>
            <a:r>
              <a:rPr lang="es-ES" sz="2400" dirty="0" err="1"/>
              <a:t>deal</a:t>
            </a:r>
            <a:r>
              <a:rPr lang="es-ES" sz="2400" dirty="0"/>
              <a:t> </a:t>
            </a:r>
            <a:r>
              <a:rPr lang="es-ES" sz="2400" dirty="0" err="1"/>
              <a:t>with</a:t>
            </a:r>
            <a:r>
              <a:rPr lang="es-ES" sz="2400" dirty="0"/>
              <a:t> </a:t>
            </a:r>
            <a:r>
              <a:rPr lang="es-ES" sz="2400" dirty="0" err="1"/>
              <a:t>for</a:t>
            </a:r>
            <a:r>
              <a:rPr lang="es-ES" sz="2400" dirty="0"/>
              <a:t> </a:t>
            </a:r>
            <a:r>
              <a:rPr lang="es-ES" sz="2400" dirty="0" err="1"/>
              <a:t>analytical</a:t>
            </a:r>
            <a:r>
              <a:rPr lang="es-ES" sz="2400" dirty="0"/>
              <a:t> and </a:t>
            </a:r>
            <a:r>
              <a:rPr lang="es-ES" sz="2400" dirty="0" err="1"/>
              <a:t>numerical</a:t>
            </a:r>
            <a:r>
              <a:rPr lang="es-ES" sz="2400" dirty="0"/>
              <a:t> </a:t>
            </a:r>
            <a:r>
              <a:rPr lang="es-ES" sz="2400" dirty="0" err="1"/>
              <a:t>reasons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09113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22" grpId="0" animBg="1"/>
      <p:bldP spid="22" grpId="1" animBg="1"/>
      <p:bldP spid="23" grpId="0"/>
      <p:bldP spid="2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Imagen 160">
            <a:extLst>
              <a:ext uri="{FF2B5EF4-FFF2-40B4-BE49-F238E27FC236}">
                <a16:creationId xmlns:a16="http://schemas.microsoft.com/office/drawing/2014/main" id="{8B99B5F9-7D5D-4911-B02D-E59671B4D97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0" y="675458"/>
            <a:ext cx="5226781" cy="3915937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3BEE724F-837E-4785-B1BF-3CAE704E89D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0" y="675458"/>
            <a:ext cx="5226781" cy="3915937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B300C26F-D223-45BA-84B9-85A30363C12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0" y="675458"/>
            <a:ext cx="5226781" cy="3915937"/>
          </a:xfrm>
          <a:prstGeom prst="rect">
            <a:avLst/>
          </a:prstGeom>
        </p:spPr>
      </p:pic>
      <p:pic>
        <p:nvPicPr>
          <p:cNvPr id="167" name="Imagen 166">
            <a:extLst>
              <a:ext uri="{FF2B5EF4-FFF2-40B4-BE49-F238E27FC236}">
                <a16:creationId xmlns:a16="http://schemas.microsoft.com/office/drawing/2014/main" id="{0B58C5DB-998E-486E-9BE3-B0F59A1C02E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0" y="675458"/>
            <a:ext cx="5226781" cy="3915937"/>
          </a:xfrm>
          <a:prstGeom prst="rect">
            <a:avLst/>
          </a:prstGeom>
        </p:spPr>
      </p:pic>
      <p:pic>
        <p:nvPicPr>
          <p:cNvPr id="146" name="Imagen 145">
            <a:extLst>
              <a:ext uri="{FF2B5EF4-FFF2-40B4-BE49-F238E27FC236}">
                <a16:creationId xmlns:a16="http://schemas.microsoft.com/office/drawing/2014/main" id="{E9469BD6-3724-4972-8344-1797136B9B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883" y="6465912"/>
            <a:ext cx="3002213" cy="358946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9010F78F-6BF9-4B91-B9F2-4CDEBC306B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897" y="6034434"/>
            <a:ext cx="6018727" cy="358274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03462F3C-A14C-4F99-9314-B46EFFB7685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898" y="6032326"/>
            <a:ext cx="6031537" cy="358274"/>
          </a:xfrm>
          <a:prstGeom prst="rect">
            <a:avLst/>
          </a:prstGeom>
        </p:spPr>
      </p:pic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2162908" y="-176159"/>
            <a:ext cx="10515600" cy="1325563"/>
          </a:xfrm>
        </p:spPr>
        <p:txBody>
          <a:bodyPr/>
          <a:lstStyle/>
          <a:p>
            <a:r>
              <a:rPr lang="es-ES" dirty="0" err="1"/>
              <a:t>Toy</a:t>
            </a:r>
            <a:r>
              <a:rPr lang="es-ES" dirty="0"/>
              <a:t> </a:t>
            </a:r>
            <a:r>
              <a:rPr lang="es-ES" dirty="0" err="1"/>
              <a:t>example</a:t>
            </a:r>
            <a:r>
              <a:rPr lang="es-ES" dirty="0"/>
              <a:t>: 2 AFC </a:t>
            </a:r>
            <a:r>
              <a:rPr lang="es-ES" dirty="0" err="1"/>
              <a:t>detection</a:t>
            </a:r>
            <a:r>
              <a:rPr lang="es-ES" dirty="0"/>
              <a:t> </a:t>
            </a:r>
            <a:r>
              <a:rPr lang="es-ES" dirty="0" err="1"/>
              <a:t>task</a:t>
            </a:r>
            <a:endParaRPr lang="en-GB" dirty="0"/>
          </a:p>
        </p:txBody>
      </p:sp>
      <p:pic>
        <p:nvPicPr>
          <p:cNvPr id="47" name="Marcador de contenido 46">
            <a:extLst>
              <a:ext uri="{FF2B5EF4-FFF2-40B4-BE49-F238E27FC236}">
                <a16:creationId xmlns:a16="http://schemas.microsoft.com/office/drawing/2014/main" id="{D11E8DBF-F86A-41F2-90B7-51C7D56AB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2" t="5681" r="44363" b="39948"/>
          <a:stretch/>
        </p:blipFill>
        <p:spPr>
          <a:xfrm>
            <a:off x="1668336" y="991143"/>
            <a:ext cx="2345872" cy="2131345"/>
          </a:xfr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C68793AB-A545-4A89-93A2-5BA95732585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03" y="4759888"/>
            <a:ext cx="3845645" cy="1885496"/>
          </a:xfrm>
          <a:prstGeom prst="rect">
            <a:avLst/>
          </a:prstGeom>
        </p:spPr>
      </p:pic>
      <p:pic>
        <p:nvPicPr>
          <p:cNvPr id="116" name="Imagen 115">
            <a:extLst>
              <a:ext uri="{FF2B5EF4-FFF2-40B4-BE49-F238E27FC236}">
                <a16:creationId xmlns:a16="http://schemas.microsoft.com/office/drawing/2014/main" id="{2DC089F2-B859-4E28-9738-E41F65A8E77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205" y="1030472"/>
            <a:ext cx="1576202" cy="375953"/>
          </a:xfrm>
          <a:prstGeom prst="rect">
            <a:avLst/>
          </a:prstGeom>
        </p:spPr>
      </p:pic>
      <p:pic>
        <p:nvPicPr>
          <p:cNvPr id="127" name="Imagen 126">
            <a:extLst>
              <a:ext uri="{FF2B5EF4-FFF2-40B4-BE49-F238E27FC236}">
                <a16:creationId xmlns:a16="http://schemas.microsoft.com/office/drawing/2014/main" id="{95D699FD-CACC-4DAD-9381-37833763DA7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270" y="1565797"/>
            <a:ext cx="4883706" cy="4409180"/>
          </a:xfrm>
          <a:prstGeom prst="rect">
            <a:avLst/>
          </a:prstGeom>
        </p:spPr>
      </p:pic>
      <p:grpSp>
        <p:nvGrpSpPr>
          <p:cNvPr id="98" name="Grupo 97">
            <a:extLst>
              <a:ext uri="{FF2B5EF4-FFF2-40B4-BE49-F238E27FC236}">
                <a16:creationId xmlns:a16="http://schemas.microsoft.com/office/drawing/2014/main" id="{54C3DC06-77E6-43CB-BBE6-8705F157B2AF}"/>
              </a:ext>
            </a:extLst>
          </p:cNvPr>
          <p:cNvGrpSpPr/>
          <p:nvPr/>
        </p:nvGrpSpPr>
        <p:grpSpPr>
          <a:xfrm>
            <a:off x="415578" y="3167660"/>
            <a:ext cx="5119830" cy="1258418"/>
            <a:chOff x="415578" y="3167660"/>
            <a:chExt cx="5119830" cy="1258418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F524CA9D-F11B-465D-98A1-8155B78B6AF2}"/>
                </a:ext>
              </a:extLst>
            </p:cNvPr>
            <p:cNvGrpSpPr/>
            <p:nvPr/>
          </p:nvGrpSpPr>
          <p:grpSpPr>
            <a:xfrm>
              <a:off x="2281946" y="3311979"/>
              <a:ext cx="1606657" cy="1114099"/>
              <a:chOff x="4358881" y="1866509"/>
              <a:chExt cx="2677762" cy="1856831"/>
            </a:xfrm>
          </p:grpSpPr>
          <p:sp>
            <p:nvSpPr>
              <p:cNvPr id="11" name="Forma libre: forma 10">
                <a:extLst>
                  <a:ext uri="{FF2B5EF4-FFF2-40B4-BE49-F238E27FC236}">
                    <a16:creationId xmlns:a16="http://schemas.microsoft.com/office/drawing/2014/main" id="{E1705F2D-95BA-48B7-8DC0-9FAAD705F42E}"/>
                  </a:ext>
                </a:extLst>
              </p:cNvPr>
              <p:cNvSpPr/>
              <p:nvPr/>
            </p:nvSpPr>
            <p:spPr>
              <a:xfrm>
                <a:off x="4369017" y="1866509"/>
                <a:ext cx="2667626" cy="1856831"/>
              </a:xfrm>
              <a:custGeom>
                <a:avLst/>
                <a:gdLst>
                  <a:gd name="connsiteX0" fmla="*/ 1811938 w 9226208"/>
                  <a:gd name="connsiteY0" fmla="*/ 5308240 h 6422006"/>
                  <a:gd name="connsiteX1" fmla="*/ 1811938 w 9226208"/>
                  <a:gd name="connsiteY1" fmla="*/ 5308240 h 6422006"/>
                  <a:gd name="connsiteX2" fmla="*/ 1746197 w 9226208"/>
                  <a:gd name="connsiteY2" fmla="*/ 5320193 h 6422006"/>
                  <a:gd name="connsiteX3" fmla="*/ 1483232 w 9226208"/>
                  <a:gd name="connsiteY3" fmla="*/ 5308240 h 6422006"/>
                  <a:gd name="connsiteX4" fmla="*/ 1453350 w 9226208"/>
                  <a:gd name="connsiteY4" fmla="*/ 5284334 h 6422006"/>
                  <a:gd name="connsiteX5" fmla="*/ 1435420 w 9226208"/>
                  <a:gd name="connsiteY5" fmla="*/ 5266404 h 6422006"/>
                  <a:gd name="connsiteX6" fmla="*/ 1417491 w 9226208"/>
                  <a:gd name="connsiteY6" fmla="*/ 5254451 h 6422006"/>
                  <a:gd name="connsiteX7" fmla="*/ 1405538 w 9226208"/>
                  <a:gd name="connsiteY7" fmla="*/ 5236522 h 6422006"/>
                  <a:gd name="connsiteX8" fmla="*/ 1399561 w 9226208"/>
                  <a:gd name="connsiteY8" fmla="*/ 5218593 h 6422006"/>
                  <a:gd name="connsiteX9" fmla="*/ 1363703 w 9226208"/>
                  <a:gd name="connsiteY9" fmla="*/ 5188710 h 6422006"/>
                  <a:gd name="connsiteX10" fmla="*/ 1327844 w 9226208"/>
                  <a:gd name="connsiteY10" fmla="*/ 5158828 h 6422006"/>
                  <a:gd name="connsiteX11" fmla="*/ 1309914 w 9226208"/>
                  <a:gd name="connsiteY11" fmla="*/ 5140898 h 6422006"/>
                  <a:gd name="connsiteX12" fmla="*/ 1286008 w 9226208"/>
                  <a:gd name="connsiteY12" fmla="*/ 5111016 h 6422006"/>
                  <a:gd name="connsiteX13" fmla="*/ 1268079 w 9226208"/>
                  <a:gd name="connsiteY13" fmla="*/ 5093087 h 6422006"/>
                  <a:gd name="connsiteX14" fmla="*/ 1226244 w 9226208"/>
                  <a:gd name="connsiteY14" fmla="*/ 5075157 h 6422006"/>
                  <a:gd name="connsiteX15" fmla="*/ 1184408 w 9226208"/>
                  <a:gd name="connsiteY15" fmla="*/ 5057228 h 6422006"/>
                  <a:gd name="connsiteX16" fmla="*/ 1112691 w 9226208"/>
                  <a:gd name="connsiteY16" fmla="*/ 5051251 h 6422006"/>
                  <a:gd name="connsiteX17" fmla="*/ 1058903 w 9226208"/>
                  <a:gd name="connsiteY17" fmla="*/ 5027346 h 6422006"/>
                  <a:gd name="connsiteX18" fmla="*/ 993161 w 9226208"/>
                  <a:gd name="connsiteY18" fmla="*/ 5021369 h 6422006"/>
                  <a:gd name="connsiteX19" fmla="*/ 933397 w 9226208"/>
                  <a:gd name="connsiteY19" fmla="*/ 5003440 h 6422006"/>
                  <a:gd name="connsiteX20" fmla="*/ 915467 w 9226208"/>
                  <a:gd name="connsiteY20" fmla="*/ 4991487 h 6422006"/>
                  <a:gd name="connsiteX21" fmla="*/ 885585 w 9226208"/>
                  <a:gd name="connsiteY21" fmla="*/ 4985510 h 6422006"/>
                  <a:gd name="connsiteX22" fmla="*/ 873632 w 9226208"/>
                  <a:gd name="connsiteY22" fmla="*/ 4967581 h 6422006"/>
                  <a:gd name="connsiteX23" fmla="*/ 855703 w 9226208"/>
                  <a:gd name="connsiteY23" fmla="*/ 4961604 h 6422006"/>
                  <a:gd name="connsiteX24" fmla="*/ 843750 w 9226208"/>
                  <a:gd name="connsiteY24" fmla="*/ 4943675 h 6422006"/>
                  <a:gd name="connsiteX25" fmla="*/ 837773 w 9226208"/>
                  <a:gd name="connsiteY25" fmla="*/ 4925746 h 6422006"/>
                  <a:gd name="connsiteX26" fmla="*/ 819844 w 9226208"/>
                  <a:gd name="connsiteY26" fmla="*/ 4919769 h 6422006"/>
                  <a:gd name="connsiteX27" fmla="*/ 783985 w 9226208"/>
                  <a:gd name="connsiteY27" fmla="*/ 4901840 h 6422006"/>
                  <a:gd name="connsiteX28" fmla="*/ 766055 w 9226208"/>
                  <a:gd name="connsiteY28" fmla="*/ 4889887 h 6422006"/>
                  <a:gd name="connsiteX29" fmla="*/ 742150 w 9226208"/>
                  <a:gd name="connsiteY29" fmla="*/ 4854028 h 6422006"/>
                  <a:gd name="connsiteX30" fmla="*/ 658479 w 9226208"/>
                  <a:gd name="connsiteY30" fmla="*/ 4836098 h 6422006"/>
                  <a:gd name="connsiteX31" fmla="*/ 622620 w 9226208"/>
                  <a:gd name="connsiteY31" fmla="*/ 4830122 h 6422006"/>
                  <a:gd name="connsiteX32" fmla="*/ 580785 w 9226208"/>
                  <a:gd name="connsiteY32" fmla="*/ 4806216 h 6422006"/>
                  <a:gd name="connsiteX33" fmla="*/ 532973 w 9226208"/>
                  <a:gd name="connsiteY33" fmla="*/ 4788287 h 6422006"/>
                  <a:gd name="connsiteX34" fmla="*/ 509067 w 9226208"/>
                  <a:gd name="connsiteY34" fmla="*/ 4758404 h 6422006"/>
                  <a:gd name="connsiteX35" fmla="*/ 473208 w 9226208"/>
                  <a:gd name="connsiteY35" fmla="*/ 4722546 h 6422006"/>
                  <a:gd name="connsiteX36" fmla="*/ 419420 w 9226208"/>
                  <a:gd name="connsiteY36" fmla="*/ 4710593 h 6422006"/>
                  <a:gd name="connsiteX37" fmla="*/ 407467 w 9226208"/>
                  <a:gd name="connsiteY37" fmla="*/ 4680710 h 6422006"/>
                  <a:gd name="connsiteX38" fmla="*/ 389538 w 9226208"/>
                  <a:gd name="connsiteY38" fmla="*/ 4674734 h 6422006"/>
                  <a:gd name="connsiteX39" fmla="*/ 341726 w 9226208"/>
                  <a:gd name="connsiteY39" fmla="*/ 4644851 h 6422006"/>
                  <a:gd name="connsiteX40" fmla="*/ 317820 w 9226208"/>
                  <a:gd name="connsiteY40" fmla="*/ 4620946 h 6422006"/>
                  <a:gd name="connsiteX41" fmla="*/ 311844 w 9226208"/>
                  <a:gd name="connsiteY41" fmla="*/ 4597040 h 6422006"/>
                  <a:gd name="connsiteX42" fmla="*/ 275985 w 9226208"/>
                  <a:gd name="connsiteY42" fmla="*/ 4567157 h 6422006"/>
                  <a:gd name="connsiteX43" fmla="*/ 222197 w 9226208"/>
                  <a:gd name="connsiteY43" fmla="*/ 4507393 h 6422006"/>
                  <a:gd name="connsiteX44" fmla="*/ 216220 w 9226208"/>
                  <a:gd name="connsiteY44" fmla="*/ 4489463 h 6422006"/>
                  <a:gd name="connsiteX45" fmla="*/ 180361 w 9226208"/>
                  <a:gd name="connsiteY45" fmla="*/ 4465557 h 6422006"/>
                  <a:gd name="connsiteX46" fmla="*/ 162432 w 9226208"/>
                  <a:gd name="connsiteY46" fmla="*/ 4447628 h 6422006"/>
                  <a:gd name="connsiteX47" fmla="*/ 144503 w 9226208"/>
                  <a:gd name="connsiteY47" fmla="*/ 4381887 h 6422006"/>
                  <a:gd name="connsiteX48" fmla="*/ 126573 w 9226208"/>
                  <a:gd name="connsiteY48" fmla="*/ 4340051 h 6422006"/>
                  <a:gd name="connsiteX49" fmla="*/ 96691 w 9226208"/>
                  <a:gd name="connsiteY49" fmla="*/ 4100993 h 6422006"/>
                  <a:gd name="connsiteX50" fmla="*/ 78761 w 9226208"/>
                  <a:gd name="connsiteY50" fmla="*/ 4083063 h 6422006"/>
                  <a:gd name="connsiteX51" fmla="*/ 72785 w 9226208"/>
                  <a:gd name="connsiteY51" fmla="*/ 4053181 h 6422006"/>
                  <a:gd name="connsiteX52" fmla="*/ 48879 w 9226208"/>
                  <a:gd name="connsiteY52" fmla="*/ 4011346 h 6422006"/>
                  <a:gd name="connsiteX53" fmla="*/ 24973 w 9226208"/>
                  <a:gd name="connsiteY53" fmla="*/ 3909746 h 6422006"/>
                  <a:gd name="connsiteX54" fmla="*/ 13020 w 9226208"/>
                  <a:gd name="connsiteY54" fmla="*/ 3891816 h 6422006"/>
                  <a:gd name="connsiteX55" fmla="*/ 18997 w 9226208"/>
                  <a:gd name="connsiteY55" fmla="*/ 3090969 h 6422006"/>
                  <a:gd name="connsiteX56" fmla="*/ 54855 w 9226208"/>
                  <a:gd name="connsiteY56" fmla="*/ 3037181 h 6422006"/>
                  <a:gd name="connsiteX57" fmla="*/ 84738 w 9226208"/>
                  <a:gd name="connsiteY57" fmla="*/ 2947534 h 6422006"/>
                  <a:gd name="connsiteX58" fmla="*/ 102667 w 9226208"/>
                  <a:gd name="connsiteY58" fmla="*/ 2881793 h 6422006"/>
                  <a:gd name="connsiteX59" fmla="*/ 108644 w 9226208"/>
                  <a:gd name="connsiteY59" fmla="*/ 2839957 h 6422006"/>
                  <a:gd name="connsiteX60" fmla="*/ 126573 w 9226208"/>
                  <a:gd name="connsiteY60" fmla="*/ 2822028 h 6422006"/>
                  <a:gd name="connsiteX61" fmla="*/ 174385 w 9226208"/>
                  <a:gd name="connsiteY61" fmla="*/ 2756287 h 6422006"/>
                  <a:gd name="connsiteX62" fmla="*/ 192314 w 9226208"/>
                  <a:gd name="connsiteY62" fmla="*/ 2714451 h 6422006"/>
                  <a:gd name="connsiteX63" fmla="*/ 210244 w 9226208"/>
                  <a:gd name="connsiteY63" fmla="*/ 2696522 h 6422006"/>
                  <a:gd name="connsiteX64" fmla="*/ 228173 w 9226208"/>
                  <a:gd name="connsiteY64" fmla="*/ 2654687 h 6422006"/>
                  <a:gd name="connsiteX65" fmla="*/ 246103 w 9226208"/>
                  <a:gd name="connsiteY65" fmla="*/ 2642734 h 6422006"/>
                  <a:gd name="connsiteX66" fmla="*/ 264032 w 9226208"/>
                  <a:gd name="connsiteY66" fmla="*/ 2624804 h 6422006"/>
                  <a:gd name="connsiteX67" fmla="*/ 305867 w 9226208"/>
                  <a:gd name="connsiteY67" fmla="*/ 2576993 h 6422006"/>
                  <a:gd name="connsiteX68" fmla="*/ 335750 w 9226208"/>
                  <a:gd name="connsiteY68" fmla="*/ 2493322 h 6422006"/>
                  <a:gd name="connsiteX69" fmla="*/ 359655 w 9226208"/>
                  <a:gd name="connsiteY69" fmla="*/ 2457463 h 6422006"/>
                  <a:gd name="connsiteX70" fmla="*/ 365632 w 9226208"/>
                  <a:gd name="connsiteY70" fmla="*/ 2409651 h 6422006"/>
                  <a:gd name="connsiteX71" fmla="*/ 383561 w 9226208"/>
                  <a:gd name="connsiteY71" fmla="*/ 2391722 h 6422006"/>
                  <a:gd name="connsiteX72" fmla="*/ 419420 w 9226208"/>
                  <a:gd name="connsiteY72" fmla="*/ 2355863 h 6422006"/>
                  <a:gd name="connsiteX73" fmla="*/ 461255 w 9226208"/>
                  <a:gd name="connsiteY73" fmla="*/ 2296098 h 6422006"/>
                  <a:gd name="connsiteX74" fmla="*/ 479185 w 9226208"/>
                  <a:gd name="connsiteY74" fmla="*/ 2260240 h 6422006"/>
                  <a:gd name="connsiteX75" fmla="*/ 509067 w 9226208"/>
                  <a:gd name="connsiteY75" fmla="*/ 2224381 h 6422006"/>
                  <a:gd name="connsiteX76" fmla="*/ 538950 w 9226208"/>
                  <a:gd name="connsiteY76" fmla="*/ 2194498 h 6422006"/>
                  <a:gd name="connsiteX77" fmla="*/ 568832 w 9226208"/>
                  <a:gd name="connsiteY77" fmla="*/ 2134734 h 6422006"/>
                  <a:gd name="connsiteX78" fmla="*/ 622620 w 9226208"/>
                  <a:gd name="connsiteY78" fmla="*/ 2080946 h 6422006"/>
                  <a:gd name="connsiteX79" fmla="*/ 676408 w 9226208"/>
                  <a:gd name="connsiteY79" fmla="*/ 1997275 h 6422006"/>
                  <a:gd name="connsiteX80" fmla="*/ 718244 w 9226208"/>
                  <a:gd name="connsiteY80" fmla="*/ 1949463 h 6422006"/>
                  <a:gd name="connsiteX81" fmla="*/ 754103 w 9226208"/>
                  <a:gd name="connsiteY81" fmla="*/ 1913604 h 6422006"/>
                  <a:gd name="connsiteX82" fmla="*/ 778008 w 9226208"/>
                  <a:gd name="connsiteY82" fmla="*/ 1877746 h 6422006"/>
                  <a:gd name="connsiteX83" fmla="*/ 801914 w 9226208"/>
                  <a:gd name="connsiteY83" fmla="*/ 1853840 h 6422006"/>
                  <a:gd name="connsiteX84" fmla="*/ 813867 w 9226208"/>
                  <a:gd name="connsiteY84" fmla="*/ 1835910 h 6422006"/>
                  <a:gd name="connsiteX85" fmla="*/ 849726 w 9226208"/>
                  <a:gd name="connsiteY85" fmla="*/ 1800051 h 6422006"/>
                  <a:gd name="connsiteX86" fmla="*/ 867655 w 9226208"/>
                  <a:gd name="connsiteY86" fmla="*/ 1776146 h 6422006"/>
                  <a:gd name="connsiteX87" fmla="*/ 891561 w 9226208"/>
                  <a:gd name="connsiteY87" fmla="*/ 1764193 h 6422006"/>
                  <a:gd name="connsiteX88" fmla="*/ 903514 w 9226208"/>
                  <a:gd name="connsiteY88" fmla="*/ 1746263 h 6422006"/>
                  <a:gd name="connsiteX89" fmla="*/ 957303 w 9226208"/>
                  <a:gd name="connsiteY89" fmla="*/ 1692475 h 6422006"/>
                  <a:gd name="connsiteX90" fmla="*/ 975232 w 9226208"/>
                  <a:gd name="connsiteY90" fmla="*/ 1674546 h 6422006"/>
                  <a:gd name="connsiteX91" fmla="*/ 999138 w 9226208"/>
                  <a:gd name="connsiteY91" fmla="*/ 1632710 h 6422006"/>
                  <a:gd name="connsiteX92" fmla="*/ 1011091 w 9226208"/>
                  <a:gd name="connsiteY92" fmla="*/ 1614781 h 6422006"/>
                  <a:gd name="connsiteX93" fmla="*/ 1029020 w 9226208"/>
                  <a:gd name="connsiteY93" fmla="*/ 1608804 h 6422006"/>
                  <a:gd name="connsiteX94" fmla="*/ 1034997 w 9226208"/>
                  <a:gd name="connsiteY94" fmla="*/ 1590875 h 6422006"/>
                  <a:gd name="connsiteX95" fmla="*/ 1064879 w 9226208"/>
                  <a:gd name="connsiteY95" fmla="*/ 1572946 h 6422006"/>
                  <a:gd name="connsiteX96" fmla="*/ 1082808 w 9226208"/>
                  <a:gd name="connsiteY96" fmla="*/ 1560993 h 6422006"/>
                  <a:gd name="connsiteX97" fmla="*/ 1088785 w 9226208"/>
                  <a:gd name="connsiteY97" fmla="*/ 1543063 h 6422006"/>
                  <a:gd name="connsiteX98" fmla="*/ 1106714 w 9226208"/>
                  <a:gd name="connsiteY98" fmla="*/ 1531110 h 6422006"/>
                  <a:gd name="connsiteX99" fmla="*/ 1124644 w 9226208"/>
                  <a:gd name="connsiteY99" fmla="*/ 1513181 h 6422006"/>
                  <a:gd name="connsiteX100" fmla="*/ 1154526 w 9226208"/>
                  <a:gd name="connsiteY100" fmla="*/ 1483298 h 6422006"/>
                  <a:gd name="connsiteX101" fmla="*/ 1172455 w 9226208"/>
                  <a:gd name="connsiteY101" fmla="*/ 1465369 h 6422006"/>
                  <a:gd name="connsiteX102" fmla="*/ 1184408 w 9226208"/>
                  <a:gd name="connsiteY102" fmla="*/ 1447440 h 6422006"/>
                  <a:gd name="connsiteX103" fmla="*/ 1202338 w 9226208"/>
                  <a:gd name="connsiteY103" fmla="*/ 1441463 h 6422006"/>
                  <a:gd name="connsiteX104" fmla="*/ 1214291 w 9226208"/>
                  <a:gd name="connsiteY104" fmla="*/ 1423534 h 6422006"/>
                  <a:gd name="connsiteX105" fmla="*/ 1220267 w 9226208"/>
                  <a:gd name="connsiteY105" fmla="*/ 1405604 h 6422006"/>
                  <a:gd name="connsiteX106" fmla="*/ 1256126 w 9226208"/>
                  <a:gd name="connsiteY106" fmla="*/ 1387675 h 6422006"/>
                  <a:gd name="connsiteX107" fmla="*/ 1291985 w 9226208"/>
                  <a:gd name="connsiteY107" fmla="*/ 1351816 h 6422006"/>
                  <a:gd name="connsiteX108" fmla="*/ 1297961 w 9226208"/>
                  <a:gd name="connsiteY108" fmla="*/ 1333887 h 6422006"/>
                  <a:gd name="connsiteX109" fmla="*/ 1345773 w 9226208"/>
                  <a:gd name="connsiteY109" fmla="*/ 1309981 h 6422006"/>
                  <a:gd name="connsiteX110" fmla="*/ 1351750 w 9226208"/>
                  <a:gd name="connsiteY110" fmla="*/ 1292051 h 6422006"/>
                  <a:gd name="connsiteX111" fmla="*/ 1411514 w 9226208"/>
                  <a:gd name="connsiteY111" fmla="*/ 1274122 h 6422006"/>
                  <a:gd name="connsiteX112" fmla="*/ 1447373 w 9226208"/>
                  <a:gd name="connsiteY112" fmla="*/ 1250216 h 6422006"/>
                  <a:gd name="connsiteX113" fmla="*/ 1465303 w 9226208"/>
                  <a:gd name="connsiteY113" fmla="*/ 1232287 h 6422006"/>
                  <a:gd name="connsiteX114" fmla="*/ 1501161 w 9226208"/>
                  <a:gd name="connsiteY114" fmla="*/ 1214357 h 6422006"/>
                  <a:gd name="connsiteX115" fmla="*/ 1537020 w 9226208"/>
                  <a:gd name="connsiteY115" fmla="*/ 1178498 h 6422006"/>
                  <a:gd name="connsiteX116" fmla="*/ 1554950 w 9226208"/>
                  <a:gd name="connsiteY116" fmla="*/ 1160569 h 6422006"/>
                  <a:gd name="connsiteX117" fmla="*/ 1590808 w 9226208"/>
                  <a:gd name="connsiteY117" fmla="*/ 1136663 h 6422006"/>
                  <a:gd name="connsiteX118" fmla="*/ 1602761 w 9226208"/>
                  <a:gd name="connsiteY118" fmla="*/ 1118734 h 6422006"/>
                  <a:gd name="connsiteX119" fmla="*/ 1650573 w 9226208"/>
                  <a:gd name="connsiteY119" fmla="*/ 1100804 h 6422006"/>
                  <a:gd name="connsiteX120" fmla="*/ 1674479 w 9226208"/>
                  <a:gd name="connsiteY120" fmla="*/ 1088851 h 6422006"/>
                  <a:gd name="connsiteX121" fmla="*/ 1716314 w 9226208"/>
                  <a:gd name="connsiteY121" fmla="*/ 1076898 h 6422006"/>
                  <a:gd name="connsiteX122" fmla="*/ 1805961 w 9226208"/>
                  <a:gd name="connsiteY122" fmla="*/ 1041040 h 6422006"/>
                  <a:gd name="connsiteX123" fmla="*/ 1847797 w 9226208"/>
                  <a:gd name="connsiteY123" fmla="*/ 1005181 h 6422006"/>
                  <a:gd name="connsiteX124" fmla="*/ 1901585 w 9226208"/>
                  <a:gd name="connsiteY124" fmla="*/ 987251 h 6422006"/>
                  <a:gd name="connsiteX125" fmla="*/ 1949397 w 9226208"/>
                  <a:gd name="connsiteY125" fmla="*/ 969322 h 6422006"/>
                  <a:gd name="connsiteX126" fmla="*/ 2009161 w 9226208"/>
                  <a:gd name="connsiteY126" fmla="*/ 945416 h 6422006"/>
                  <a:gd name="connsiteX127" fmla="*/ 2027091 w 9226208"/>
                  <a:gd name="connsiteY127" fmla="*/ 927487 h 6422006"/>
                  <a:gd name="connsiteX128" fmla="*/ 2050997 w 9226208"/>
                  <a:gd name="connsiteY128" fmla="*/ 885651 h 6422006"/>
                  <a:gd name="connsiteX129" fmla="*/ 2056973 w 9226208"/>
                  <a:gd name="connsiteY129" fmla="*/ 867722 h 6422006"/>
                  <a:gd name="connsiteX130" fmla="*/ 2068926 w 9226208"/>
                  <a:gd name="connsiteY130" fmla="*/ 849793 h 6422006"/>
                  <a:gd name="connsiteX131" fmla="*/ 2074903 w 9226208"/>
                  <a:gd name="connsiteY131" fmla="*/ 939440 h 6422006"/>
                  <a:gd name="connsiteX132" fmla="*/ 2146620 w 9226208"/>
                  <a:gd name="connsiteY132" fmla="*/ 927487 h 6422006"/>
                  <a:gd name="connsiteX133" fmla="*/ 2158573 w 9226208"/>
                  <a:gd name="connsiteY133" fmla="*/ 909557 h 6422006"/>
                  <a:gd name="connsiteX134" fmla="*/ 2194432 w 9226208"/>
                  <a:gd name="connsiteY134" fmla="*/ 897604 h 6422006"/>
                  <a:gd name="connsiteX135" fmla="*/ 2284079 w 9226208"/>
                  <a:gd name="connsiteY135" fmla="*/ 873698 h 6422006"/>
                  <a:gd name="connsiteX136" fmla="*/ 2290055 w 9226208"/>
                  <a:gd name="connsiteY136" fmla="*/ 855769 h 6422006"/>
                  <a:gd name="connsiteX137" fmla="*/ 2325914 w 9226208"/>
                  <a:gd name="connsiteY137" fmla="*/ 831863 h 6422006"/>
                  <a:gd name="connsiteX138" fmla="*/ 2343844 w 9226208"/>
                  <a:gd name="connsiteY138" fmla="*/ 819910 h 6422006"/>
                  <a:gd name="connsiteX139" fmla="*/ 2349820 w 9226208"/>
                  <a:gd name="connsiteY139" fmla="*/ 796004 h 6422006"/>
                  <a:gd name="connsiteX140" fmla="*/ 2379703 w 9226208"/>
                  <a:gd name="connsiteY140" fmla="*/ 790028 h 6422006"/>
                  <a:gd name="connsiteX141" fmla="*/ 2415561 w 9226208"/>
                  <a:gd name="connsiteY141" fmla="*/ 760146 h 6422006"/>
                  <a:gd name="connsiteX142" fmla="*/ 2457397 w 9226208"/>
                  <a:gd name="connsiteY142" fmla="*/ 736240 h 6422006"/>
                  <a:gd name="connsiteX143" fmla="*/ 2475326 w 9226208"/>
                  <a:gd name="connsiteY143" fmla="*/ 724287 h 6422006"/>
                  <a:gd name="connsiteX144" fmla="*/ 2499232 w 9226208"/>
                  <a:gd name="connsiteY144" fmla="*/ 700381 h 6422006"/>
                  <a:gd name="connsiteX145" fmla="*/ 2547044 w 9226208"/>
                  <a:gd name="connsiteY145" fmla="*/ 658546 h 6422006"/>
                  <a:gd name="connsiteX146" fmla="*/ 2570950 w 9226208"/>
                  <a:gd name="connsiteY146" fmla="*/ 646593 h 6422006"/>
                  <a:gd name="connsiteX147" fmla="*/ 2630714 w 9226208"/>
                  <a:gd name="connsiteY147" fmla="*/ 622687 h 6422006"/>
                  <a:gd name="connsiteX148" fmla="*/ 2648644 w 9226208"/>
                  <a:gd name="connsiteY148" fmla="*/ 610734 h 6422006"/>
                  <a:gd name="connsiteX149" fmla="*/ 2666573 w 9226208"/>
                  <a:gd name="connsiteY149" fmla="*/ 604757 h 6422006"/>
                  <a:gd name="connsiteX150" fmla="*/ 2702432 w 9226208"/>
                  <a:gd name="connsiteY150" fmla="*/ 574875 h 6422006"/>
                  <a:gd name="connsiteX151" fmla="*/ 2744267 w 9226208"/>
                  <a:gd name="connsiteY151" fmla="*/ 562922 h 6422006"/>
                  <a:gd name="connsiteX152" fmla="*/ 2762197 w 9226208"/>
                  <a:gd name="connsiteY152" fmla="*/ 533040 h 6422006"/>
                  <a:gd name="connsiteX153" fmla="*/ 2780126 w 9226208"/>
                  <a:gd name="connsiteY153" fmla="*/ 527063 h 6422006"/>
                  <a:gd name="connsiteX154" fmla="*/ 2815985 w 9226208"/>
                  <a:gd name="connsiteY154" fmla="*/ 497181 h 6422006"/>
                  <a:gd name="connsiteX155" fmla="*/ 2857820 w 9226208"/>
                  <a:gd name="connsiteY155" fmla="*/ 455346 h 6422006"/>
                  <a:gd name="connsiteX156" fmla="*/ 2893679 w 9226208"/>
                  <a:gd name="connsiteY156" fmla="*/ 425463 h 6422006"/>
                  <a:gd name="connsiteX157" fmla="*/ 2929538 w 9226208"/>
                  <a:gd name="connsiteY157" fmla="*/ 419487 h 6422006"/>
                  <a:gd name="connsiteX158" fmla="*/ 3001255 w 9226208"/>
                  <a:gd name="connsiteY158" fmla="*/ 509134 h 6422006"/>
                  <a:gd name="connsiteX159" fmla="*/ 3007232 w 9226208"/>
                  <a:gd name="connsiteY159" fmla="*/ 527063 h 6422006"/>
                  <a:gd name="connsiteX160" fmla="*/ 3102855 w 9226208"/>
                  <a:gd name="connsiteY160" fmla="*/ 515110 h 6422006"/>
                  <a:gd name="connsiteX161" fmla="*/ 3138714 w 9226208"/>
                  <a:gd name="connsiteY161" fmla="*/ 497181 h 6422006"/>
                  <a:gd name="connsiteX162" fmla="*/ 3198479 w 9226208"/>
                  <a:gd name="connsiteY162" fmla="*/ 449369 h 6422006"/>
                  <a:gd name="connsiteX163" fmla="*/ 3234338 w 9226208"/>
                  <a:gd name="connsiteY163" fmla="*/ 419487 h 6422006"/>
                  <a:gd name="connsiteX164" fmla="*/ 3252267 w 9226208"/>
                  <a:gd name="connsiteY164" fmla="*/ 413510 h 6422006"/>
                  <a:gd name="connsiteX165" fmla="*/ 3288126 w 9226208"/>
                  <a:gd name="connsiteY165" fmla="*/ 377651 h 6422006"/>
                  <a:gd name="connsiteX166" fmla="*/ 3306055 w 9226208"/>
                  <a:gd name="connsiteY166" fmla="*/ 359722 h 6422006"/>
                  <a:gd name="connsiteX167" fmla="*/ 3335938 w 9226208"/>
                  <a:gd name="connsiteY167" fmla="*/ 353746 h 6422006"/>
                  <a:gd name="connsiteX168" fmla="*/ 3353867 w 9226208"/>
                  <a:gd name="connsiteY168" fmla="*/ 335816 h 6422006"/>
                  <a:gd name="connsiteX169" fmla="*/ 3383750 w 9226208"/>
                  <a:gd name="connsiteY169" fmla="*/ 317887 h 6422006"/>
                  <a:gd name="connsiteX170" fmla="*/ 3407655 w 9226208"/>
                  <a:gd name="connsiteY170" fmla="*/ 282028 h 6422006"/>
                  <a:gd name="connsiteX171" fmla="*/ 3443514 w 9226208"/>
                  <a:gd name="connsiteY171" fmla="*/ 252146 h 6422006"/>
                  <a:gd name="connsiteX172" fmla="*/ 3485350 w 9226208"/>
                  <a:gd name="connsiteY172" fmla="*/ 210310 h 6422006"/>
                  <a:gd name="connsiteX173" fmla="*/ 3574997 w 9226208"/>
                  <a:gd name="connsiteY173" fmla="*/ 192381 h 6422006"/>
                  <a:gd name="connsiteX174" fmla="*/ 3610855 w 9226208"/>
                  <a:gd name="connsiteY174" fmla="*/ 168475 h 6422006"/>
                  <a:gd name="connsiteX175" fmla="*/ 3706479 w 9226208"/>
                  <a:gd name="connsiteY175" fmla="*/ 150546 h 6422006"/>
                  <a:gd name="connsiteX176" fmla="*/ 3742338 w 9226208"/>
                  <a:gd name="connsiteY176" fmla="*/ 102734 h 6422006"/>
                  <a:gd name="connsiteX177" fmla="*/ 3790150 w 9226208"/>
                  <a:gd name="connsiteY177" fmla="*/ 72851 h 6422006"/>
                  <a:gd name="connsiteX178" fmla="*/ 3820032 w 9226208"/>
                  <a:gd name="connsiteY178" fmla="*/ 60898 h 6422006"/>
                  <a:gd name="connsiteX179" fmla="*/ 4268267 w 9226208"/>
                  <a:gd name="connsiteY179" fmla="*/ 54922 h 6422006"/>
                  <a:gd name="connsiteX180" fmla="*/ 4322055 w 9226208"/>
                  <a:gd name="connsiteY180" fmla="*/ 36993 h 6422006"/>
                  <a:gd name="connsiteX181" fmla="*/ 4369867 w 9226208"/>
                  <a:gd name="connsiteY181" fmla="*/ 19063 h 6422006"/>
                  <a:gd name="connsiteX182" fmla="*/ 4674667 w 9226208"/>
                  <a:gd name="connsiteY182" fmla="*/ 7110 h 6422006"/>
                  <a:gd name="connsiteX183" fmla="*/ 4698573 w 9226208"/>
                  <a:gd name="connsiteY183" fmla="*/ 1134 h 6422006"/>
                  <a:gd name="connsiteX184" fmla="*/ 4716503 w 9226208"/>
                  <a:gd name="connsiteY184" fmla="*/ 31016 h 6422006"/>
                  <a:gd name="connsiteX185" fmla="*/ 4794197 w 9226208"/>
                  <a:gd name="connsiteY185" fmla="*/ 84804 h 6422006"/>
                  <a:gd name="connsiteX186" fmla="*/ 5493444 w 9226208"/>
                  <a:gd name="connsiteY186" fmla="*/ 90781 h 6422006"/>
                  <a:gd name="connsiteX187" fmla="*/ 5511373 w 9226208"/>
                  <a:gd name="connsiteY187" fmla="*/ 126640 h 6422006"/>
                  <a:gd name="connsiteX188" fmla="*/ 5547232 w 9226208"/>
                  <a:gd name="connsiteY188" fmla="*/ 132616 h 6422006"/>
                  <a:gd name="connsiteX189" fmla="*/ 5589067 w 9226208"/>
                  <a:gd name="connsiteY189" fmla="*/ 144569 h 6422006"/>
                  <a:gd name="connsiteX190" fmla="*/ 5612973 w 9226208"/>
                  <a:gd name="connsiteY190" fmla="*/ 156522 h 6422006"/>
                  <a:gd name="connsiteX191" fmla="*/ 5744455 w 9226208"/>
                  <a:gd name="connsiteY191" fmla="*/ 174451 h 6422006"/>
                  <a:gd name="connsiteX192" fmla="*/ 5768361 w 9226208"/>
                  <a:gd name="connsiteY192" fmla="*/ 186404 h 6422006"/>
                  <a:gd name="connsiteX193" fmla="*/ 5899844 w 9226208"/>
                  <a:gd name="connsiteY193" fmla="*/ 204334 h 6422006"/>
                  <a:gd name="connsiteX194" fmla="*/ 5923750 w 9226208"/>
                  <a:gd name="connsiteY194" fmla="*/ 210310 h 6422006"/>
                  <a:gd name="connsiteX195" fmla="*/ 5947655 w 9226208"/>
                  <a:gd name="connsiteY195" fmla="*/ 222263 h 6422006"/>
                  <a:gd name="connsiteX196" fmla="*/ 5965585 w 9226208"/>
                  <a:gd name="connsiteY196" fmla="*/ 228240 h 6422006"/>
                  <a:gd name="connsiteX197" fmla="*/ 6001444 w 9226208"/>
                  <a:gd name="connsiteY197" fmla="*/ 246169 h 6422006"/>
                  <a:gd name="connsiteX198" fmla="*/ 6025350 w 9226208"/>
                  <a:gd name="connsiteY198" fmla="*/ 264098 h 6422006"/>
                  <a:gd name="connsiteX199" fmla="*/ 6061208 w 9226208"/>
                  <a:gd name="connsiteY199" fmla="*/ 282028 h 6422006"/>
                  <a:gd name="connsiteX200" fmla="*/ 6114997 w 9226208"/>
                  <a:gd name="connsiteY200" fmla="*/ 323863 h 6422006"/>
                  <a:gd name="connsiteX201" fmla="*/ 6150855 w 9226208"/>
                  <a:gd name="connsiteY201" fmla="*/ 341793 h 6422006"/>
                  <a:gd name="connsiteX202" fmla="*/ 6168785 w 9226208"/>
                  <a:gd name="connsiteY202" fmla="*/ 353746 h 6422006"/>
                  <a:gd name="connsiteX203" fmla="*/ 6198667 w 9226208"/>
                  <a:gd name="connsiteY203" fmla="*/ 365698 h 6422006"/>
                  <a:gd name="connsiteX204" fmla="*/ 6210620 w 9226208"/>
                  <a:gd name="connsiteY204" fmla="*/ 389604 h 6422006"/>
                  <a:gd name="connsiteX205" fmla="*/ 6228550 w 9226208"/>
                  <a:gd name="connsiteY205" fmla="*/ 395581 h 6422006"/>
                  <a:gd name="connsiteX206" fmla="*/ 6264408 w 9226208"/>
                  <a:gd name="connsiteY206" fmla="*/ 413510 h 6422006"/>
                  <a:gd name="connsiteX207" fmla="*/ 6575185 w 9226208"/>
                  <a:gd name="connsiteY207" fmla="*/ 419487 h 6422006"/>
                  <a:gd name="connsiteX208" fmla="*/ 6605067 w 9226208"/>
                  <a:gd name="connsiteY208" fmla="*/ 485228 h 6422006"/>
                  <a:gd name="connsiteX209" fmla="*/ 6640926 w 9226208"/>
                  <a:gd name="connsiteY209" fmla="*/ 497181 h 6422006"/>
                  <a:gd name="connsiteX210" fmla="*/ 6664832 w 9226208"/>
                  <a:gd name="connsiteY210" fmla="*/ 533040 h 6422006"/>
                  <a:gd name="connsiteX211" fmla="*/ 6682761 w 9226208"/>
                  <a:gd name="connsiteY211" fmla="*/ 562922 h 6422006"/>
                  <a:gd name="connsiteX212" fmla="*/ 6736550 w 9226208"/>
                  <a:gd name="connsiteY212" fmla="*/ 580851 h 6422006"/>
                  <a:gd name="connsiteX213" fmla="*/ 6754479 w 9226208"/>
                  <a:gd name="connsiteY213" fmla="*/ 622687 h 6422006"/>
                  <a:gd name="connsiteX214" fmla="*/ 6760455 w 9226208"/>
                  <a:gd name="connsiteY214" fmla="*/ 646593 h 6422006"/>
                  <a:gd name="connsiteX215" fmla="*/ 6832173 w 9226208"/>
                  <a:gd name="connsiteY215" fmla="*/ 658546 h 6422006"/>
                  <a:gd name="connsiteX216" fmla="*/ 6915844 w 9226208"/>
                  <a:gd name="connsiteY216" fmla="*/ 670498 h 6422006"/>
                  <a:gd name="connsiteX217" fmla="*/ 6957679 w 9226208"/>
                  <a:gd name="connsiteY217" fmla="*/ 682451 h 6422006"/>
                  <a:gd name="connsiteX218" fmla="*/ 6993538 w 9226208"/>
                  <a:gd name="connsiteY218" fmla="*/ 688428 h 6422006"/>
                  <a:gd name="connsiteX219" fmla="*/ 7011467 w 9226208"/>
                  <a:gd name="connsiteY219" fmla="*/ 700381 h 6422006"/>
                  <a:gd name="connsiteX220" fmla="*/ 7053303 w 9226208"/>
                  <a:gd name="connsiteY220" fmla="*/ 742216 h 6422006"/>
                  <a:gd name="connsiteX221" fmla="*/ 7083185 w 9226208"/>
                  <a:gd name="connsiteY221" fmla="*/ 754169 h 6422006"/>
                  <a:gd name="connsiteX222" fmla="*/ 7101114 w 9226208"/>
                  <a:gd name="connsiteY222" fmla="*/ 784051 h 6422006"/>
                  <a:gd name="connsiteX223" fmla="*/ 7125020 w 9226208"/>
                  <a:gd name="connsiteY223" fmla="*/ 879675 h 6422006"/>
                  <a:gd name="connsiteX224" fmla="*/ 7142950 w 9226208"/>
                  <a:gd name="connsiteY224" fmla="*/ 891628 h 6422006"/>
                  <a:gd name="connsiteX225" fmla="*/ 7148926 w 9226208"/>
                  <a:gd name="connsiteY225" fmla="*/ 909557 h 6422006"/>
                  <a:gd name="connsiteX226" fmla="*/ 7178808 w 9226208"/>
                  <a:gd name="connsiteY226" fmla="*/ 915534 h 6422006"/>
                  <a:gd name="connsiteX227" fmla="*/ 7238573 w 9226208"/>
                  <a:gd name="connsiteY227" fmla="*/ 921510 h 6422006"/>
                  <a:gd name="connsiteX228" fmla="*/ 7244550 w 9226208"/>
                  <a:gd name="connsiteY228" fmla="*/ 939440 h 6422006"/>
                  <a:gd name="connsiteX229" fmla="*/ 7298338 w 9226208"/>
                  <a:gd name="connsiteY229" fmla="*/ 957369 h 6422006"/>
                  <a:gd name="connsiteX230" fmla="*/ 7316267 w 9226208"/>
                  <a:gd name="connsiteY230" fmla="*/ 969322 h 6422006"/>
                  <a:gd name="connsiteX231" fmla="*/ 7334197 w 9226208"/>
                  <a:gd name="connsiteY231" fmla="*/ 975298 h 6422006"/>
                  <a:gd name="connsiteX232" fmla="*/ 7352126 w 9226208"/>
                  <a:gd name="connsiteY232" fmla="*/ 993228 h 6422006"/>
                  <a:gd name="connsiteX233" fmla="*/ 7393961 w 9226208"/>
                  <a:gd name="connsiteY233" fmla="*/ 1047016 h 6422006"/>
                  <a:gd name="connsiteX234" fmla="*/ 7447750 w 9226208"/>
                  <a:gd name="connsiteY234" fmla="*/ 1088851 h 6422006"/>
                  <a:gd name="connsiteX235" fmla="*/ 7453726 w 9226208"/>
                  <a:gd name="connsiteY235" fmla="*/ 1106781 h 6422006"/>
                  <a:gd name="connsiteX236" fmla="*/ 7495561 w 9226208"/>
                  <a:gd name="connsiteY236" fmla="*/ 1142640 h 6422006"/>
                  <a:gd name="connsiteX237" fmla="*/ 7513491 w 9226208"/>
                  <a:gd name="connsiteY237" fmla="*/ 1160569 h 6422006"/>
                  <a:gd name="connsiteX238" fmla="*/ 7543373 w 9226208"/>
                  <a:gd name="connsiteY238" fmla="*/ 1184475 h 6422006"/>
                  <a:gd name="connsiteX239" fmla="*/ 7579232 w 9226208"/>
                  <a:gd name="connsiteY239" fmla="*/ 1220334 h 6422006"/>
                  <a:gd name="connsiteX240" fmla="*/ 7621067 w 9226208"/>
                  <a:gd name="connsiteY240" fmla="*/ 1256193 h 6422006"/>
                  <a:gd name="connsiteX241" fmla="*/ 7638997 w 9226208"/>
                  <a:gd name="connsiteY241" fmla="*/ 1292051 h 6422006"/>
                  <a:gd name="connsiteX242" fmla="*/ 7674855 w 9226208"/>
                  <a:gd name="connsiteY242" fmla="*/ 1315957 h 6422006"/>
                  <a:gd name="connsiteX243" fmla="*/ 7728644 w 9226208"/>
                  <a:gd name="connsiteY243" fmla="*/ 1357793 h 6422006"/>
                  <a:gd name="connsiteX244" fmla="*/ 7746573 w 9226208"/>
                  <a:gd name="connsiteY244" fmla="*/ 1381698 h 6422006"/>
                  <a:gd name="connsiteX245" fmla="*/ 7776455 w 9226208"/>
                  <a:gd name="connsiteY245" fmla="*/ 1399628 h 6422006"/>
                  <a:gd name="connsiteX246" fmla="*/ 7806338 w 9226208"/>
                  <a:gd name="connsiteY246" fmla="*/ 1423534 h 6422006"/>
                  <a:gd name="connsiteX247" fmla="*/ 7812314 w 9226208"/>
                  <a:gd name="connsiteY247" fmla="*/ 1441463 h 6422006"/>
                  <a:gd name="connsiteX248" fmla="*/ 7866103 w 9226208"/>
                  <a:gd name="connsiteY248" fmla="*/ 1453416 h 6422006"/>
                  <a:gd name="connsiteX249" fmla="*/ 7890008 w 9226208"/>
                  <a:gd name="connsiteY249" fmla="*/ 1459393 h 6422006"/>
                  <a:gd name="connsiteX250" fmla="*/ 7931844 w 9226208"/>
                  <a:gd name="connsiteY250" fmla="*/ 1477322 h 6422006"/>
                  <a:gd name="connsiteX251" fmla="*/ 7949773 w 9226208"/>
                  <a:gd name="connsiteY251" fmla="*/ 1483298 h 6422006"/>
                  <a:gd name="connsiteX252" fmla="*/ 8057350 w 9226208"/>
                  <a:gd name="connsiteY252" fmla="*/ 1513181 h 6422006"/>
                  <a:gd name="connsiteX253" fmla="*/ 8069303 w 9226208"/>
                  <a:gd name="connsiteY253" fmla="*/ 1531110 h 6422006"/>
                  <a:gd name="connsiteX254" fmla="*/ 8081255 w 9226208"/>
                  <a:gd name="connsiteY254" fmla="*/ 1566969 h 6422006"/>
                  <a:gd name="connsiteX255" fmla="*/ 8099185 w 9226208"/>
                  <a:gd name="connsiteY255" fmla="*/ 1590875 h 6422006"/>
                  <a:gd name="connsiteX256" fmla="*/ 8117114 w 9226208"/>
                  <a:gd name="connsiteY256" fmla="*/ 1626734 h 6422006"/>
                  <a:gd name="connsiteX257" fmla="*/ 8123091 w 9226208"/>
                  <a:gd name="connsiteY257" fmla="*/ 1644663 h 6422006"/>
                  <a:gd name="connsiteX258" fmla="*/ 8152973 w 9226208"/>
                  <a:gd name="connsiteY258" fmla="*/ 1650640 h 6422006"/>
                  <a:gd name="connsiteX259" fmla="*/ 8194808 w 9226208"/>
                  <a:gd name="connsiteY259" fmla="*/ 1686498 h 6422006"/>
                  <a:gd name="connsiteX260" fmla="*/ 8212738 w 9226208"/>
                  <a:gd name="connsiteY260" fmla="*/ 1722357 h 6422006"/>
                  <a:gd name="connsiteX261" fmla="*/ 8242620 w 9226208"/>
                  <a:gd name="connsiteY261" fmla="*/ 1740287 h 6422006"/>
                  <a:gd name="connsiteX262" fmla="*/ 8248597 w 9226208"/>
                  <a:gd name="connsiteY262" fmla="*/ 1758216 h 6422006"/>
                  <a:gd name="connsiteX263" fmla="*/ 8254573 w 9226208"/>
                  <a:gd name="connsiteY263" fmla="*/ 1794075 h 6422006"/>
                  <a:gd name="connsiteX264" fmla="*/ 8320314 w 9226208"/>
                  <a:gd name="connsiteY264" fmla="*/ 1877746 h 6422006"/>
                  <a:gd name="connsiteX265" fmla="*/ 8344220 w 9226208"/>
                  <a:gd name="connsiteY265" fmla="*/ 1913604 h 6422006"/>
                  <a:gd name="connsiteX266" fmla="*/ 8362150 w 9226208"/>
                  <a:gd name="connsiteY266" fmla="*/ 1931534 h 6422006"/>
                  <a:gd name="connsiteX267" fmla="*/ 8386055 w 9226208"/>
                  <a:gd name="connsiteY267" fmla="*/ 1967393 h 6422006"/>
                  <a:gd name="connsiteX268" fmla="*/ 8415938 w 9226208"/>
                  <a:gd name="connsiteY268" fmla="*/ 1985322 h 6422006"/>
                  <a:gd name="connsiteX269" fmla="*/ 8457773 w 9226208"/>
                  <a:gd name="connsiteY269" fmla="*/ 2027157 h 6422006"/>
                  <a:gd name="connsiteX270" fmla="*/ 8493632 w 9226208"/>
                  <a:gd name="connsiteY270" fmla="*/ 2033134 h 6422006"/>
                  <a:gd name="connsiteX271" fmla="*/ 8535467 w 9226208"/>
                  <a:gd name="connsiteY271" fmla="*/ 2068993 h 6422006"/>
                  <a:gd name="connsiteX272" fmla="*/ 8577303 w 9226208"/>
                  <a:gd name="connsiteY272" fmla="*/ 2092898 h 6422006"/>
                  <a:gd name="connsiteX273" fmla="*/ 8601208 w 9226208"/>
                  <a:gd name="connsiteY273" fmla="*/ 2134734 h 6422006"/>
                  <a:gd name="connsiteX274" fmla="*/ 8631091 w 9226208"/>
                  <a:gd name="connsiteY274" fmla="*/ 2182546 h 6422006"/>
                  <a:gd name="connsiteX275" fmla="*/ 8649020 w 9226208"/>
                  <a:gd name="connsiteY275" fmla="*/ 2188522 h 6422006"/>
                  <a:gd name="connsiteX276" fmla="*/ 8666950 w 9226208"/>
                  <a:gd name="connsiteY276" fmla="*/ 2206451 h 6422006"/>
                  <a:gd name="connsiteX277" fmla="*/ 8678903 w 9226208"/>
                  <a:gd name="connsiteY277" fmla="*/ 2224381 h 6422006"/>
                  <a:gd name="connsiteX278" fmla="*/ 8726714 w 9226208"/>
                  <a:gd name="connsiteY278" fmla="*/ 2248287 h 6422006"/>
                  <a:gd name="connsiteX279" fmla="*/ 8762573 w 9226208"/>
                  <a:gd name="connsiteY279" fmla="*/ 2391722 h 6422006"/>
                  <a:gd name="connsiteX280" fmla="*/ 8768550 w 9226208"/>
                  <a:gd name="connsiteY280" fmla="*/ 2415628 h 6422006"/>
                  <a:gd name="connsiteX281" fmla="*/ 8786479 w 9226208"/>
                  <a:gd name="connsiteY281" fmla="*/ 2427581 h 6422006"/>
                  <a:gd name="connsiteX282" fmla="*/ 8804408 w 9226208"/>
                  <a:gd name="connsiteY282" fmla="*/ 2451487 h 6422006"/>
                  <a:gd name="connsiteX283" fmla="*/ 8810385 w 9226208"/>
                  <a:gd name="connsiteY283" fmla="*/ 2469416 h 6422006"/>
                  <a:gd name="connsiteX284" fmla="*/ 8822338 w 9226208"/>
                  <a:gd name="connsiteY284" fmla="*/ 2487346 h 6422006"/>
                  <a:gd name="connsiteX285" fmla="*/ 8828314 w 9226208"/>
                  <a:gd name="connsiteY285" fmla="*/ 2529181 h 6422006"/>
                  <a:gd name="connsiteX286" fmla="*/ 8840267 w 9226208"/>
                  <a:gd name="connsiteY286" fmla="*/ 2726404 h 6422006"/>
                  <a:gd name="connsiteX287" fmla="*/ 8858197 w 9226208"/>
                  <a:gd name="connsiteY287" fmla="*/ 2732381 h 6422006"/>
                  <a:gd name="connsiteX288" fmla="*/ 8882103 w 9226208"/>
                  <a:gd name="connsiteY288" fmla="*/ 2780193 h 6422006"/>
                  <a:gd name="connsiteX289" fmla="*/ 8894055 w 9226208"/>
                  <a:gd name="connsiteY289" fmla="*/ 2804098 h 6422006"/>
                  <a:gd name="connsiteX290" fmla="*/ 8900032 w 9226208"/>
                  <a:gd name="connsiteY290" fmla="*/ 2828004 h 6422006"/>
                  <a:gd name="connsiteX291" fmla="*/ 8917961 w 9226208"/>
                  <a:gd name="connsiteY291" fmla="*/ 2863863 h 6422006"/>
                  <a:gd name="connsiteX292" fmla="*/ 8941867 w 9226208"/>
                  <a:gd name="connsiteY292" fmla="*/ 2881793 h 6422006"/>
                  <a:gd name="connsiteX293" fmla="*/ 8953820 w 9226208"/>
                  <a:gd name="connsiteY293" fmla="*/ 2899722 h 6422006"/>
                  <a:gd name="connsiteX294" fmla="*/ 8959797 w 9226208"/>
                  <a:gd name="connsiteY294" fmla="*/ 2917651 h 6422006"/>
                  <a:gd name="connsiteX295" fmla="*/ 8977726 w 9226208"/>
                  <a:gd name="connsiteY295" fmla="*/ 2923628 h 6422006"/>
                  <a:gd name="connsiteX296" fmla="*/ 8995655 w 9226208"/>
                  <a:gd name="connsiteY296" fmla="*/ 2959487 h 6422006"/>
                  <a:gd name="connsiteX297" fmla="*/ 9001632 w 9226208"/>
                  <a:gd name="connsiteY297" fmla="*/ 2977416 h 6422006"/>
                  <a:gd name="connsiteX298" fmla="*/ 9013585 w 9226208"/>
                  <a:gd name="connsiteY298" fmla="*/ 3001322 h 6422006"/>
                  <a:gd name="connsiteX299" fmla="*/ 9049444 w 9226208"/>
                  <a:gd name="connsiteY299" fmla="*/ 3061087 h 6422006"/>
                  <a:gd name="connsiteX300" fmla="*/ 9067373 w 9226208"/>
                  <a:gd name="connsiteY300" fmla="*/ 3312098 h 6422006"/>
                  <a:gd name="connsiteX301" fmla="*/ 9073350 w 9226208"/>
                  <a:gd name="connsiteY301" fmla="*/ 3347957 h 6422006"/>
                  <a:gd name="connsiteX302" fmla="*/ 9079326 w 9226208"/>
                  <a:gd name="connsiteY302" fmla="*/ 3389793 h 6422006"/>
                  <a:gd name="connsiteX303" fmla="*/ 9115185 w 9226208"/>
                  <a:gd name="connsiteY303" fmla="*/ 3407722 h 6422006"/>
                  <a:gd name="connsiteX304" fmla="*/ 9133114 w 9226208"/>
                  <a:gd name="connsiteY304" fmla="*/ 3425651 h 6422006"/>
                  <a:gd name="connsiteX305" fmla="*/ 9145067 w 9226208"/>
                  <a:gd name="connsiteY305" fmla="*/ 3449557 h 6422006"/>
                  <a:gd name="connsiteX306" fmla="*/ 9151044 w 9226208"/>
                  <a:gd name="connsiteY306" fmla="*/ 3844004 h 6422006"/>
                  <a:gd name="connsiteX307" fmla="*/ 9168973 w 9226208"/>
                  <a:gd name="connsiteY307" fmla="*/ 3873887 h 6422006"/>
                  <a:gd name="connsiteX308" fmla="*/ 9180926 w 9226208"/>
                  <a:gd name="connsiteY308" fmla="*/ 4053181 h 6422006"/>
                  <a:gd name="connsiteX309" fmla="*/ 9186903 w 9226208"/>
                  <a:gd name="connsiteY309" fmla="*/ 4071110 h 6422006"/>
                  <a:gd name="connsiteX310" fmla="*/ 9204832 w 9226208"/>
                  <a:gd name="connsiteY310" fmla="*/ 4089040 h 6422006"/>
                  <a:gd name="connsiteX311" fmla="*/ 9210808 w 9226208"/>
                  <a:gd name="connsiteY311" fmla="*/ 4423722 h 6422006"/>
                  <a:gd name="connsiteX312" fmla="*/ 9192879 w 9226208"/>
                  <a:gd name="connsiteY312" fmla="*/ 4441651 h 6422006"/>
                  <a:gd name="connsiteX313" fmla="*/ 9186903 w 9226208"/>
                  <a:gd name="connsiteY313" fmla="*/ 4471534 h 6422006"/>
                  <a:gd name="connsiteX314" fmla="*/ 9157020 w 9226208"/>
                  <a:gd name="connsiteY314" fmla="*/ 4507393 h 6422006"/>
                  <a:gd name="connsiteX315" fmla="*/ 9139091 w 9226208"/>
                  <a:gd name="connsiteY315" fmla="*/ 4531298 h 6422006"/>
                  <a:gd name="connsiteX316" fmla="*/ 9103232 w 9226208"/>
                  <a:gd name="connsiteY316" fmla="*/ 4585087 h 6422006"/>
                  <a:gd name="connsiteX317" fmla="*/ 9079326 w 9226208"/>
                  <a:gd name="connsiteY317" fmla="*/ 4614969 h 6422006"/>
                  <a:gd name="connsiteX318" fmla="*/ 9073350 w 9226208"/>
                  <a:gd name="connsiteY318" fmla="*/ 4632898 h 6422006"/>
                  <a:gd name="connsiteX319" fmla="*/ 9025538 w 9226208"/>
                  <a:gd name="connsiteY319" fmla="*/ 4650828 h 6422006"/>
                  <a:gd name="connsiteX320" fmla="*/ 9001632 w 9226208"/>
                  <a:gd name="connsiteY320" fmla="*/ 4692663 h 6422006"/>
                  <a:gd name="connsiteX321" fmla="*/ 8965773 w 9226208"/>
                  <a:gd name="connsiteY321" fmla="*/ 4758404 h 6422006"/>
                  <a:gd name="connsiteX322" fmla="*/ 8935891 w 9226208"/>
                  <a:gd name="connsiteY322" fmla="*/ 4764381 h 6422006"/>
                  <a:gd name="connsiteX323" fmla="*/ 8846244 w 9226208"/>
                  <a:gd name="connsiteY323" fmla="*/ 4788287 h 6422006"/>
                  <a:gd name="connsiteX324" fmla="*/ 8798432 w 9226208"/>
                  <a:gd name="connsiteY324" fmla="*/ 4818169 h 6422006"/>
                  <a:gd name="connsiteX325" fmla="*/ 8768550 w 9226208"/>
                  <a:gd name="connsiteY325" fmla="*/ 4824146 h 6422006"/>
                  <a:gd name="connsiteX326" fmla="*/ 8643044 w 9226208"/>
                  <a:gd name="connsiteY326" fmla="*/ 4871957 h 6422006"/>
                  <a:gd name="connsiteX327" fmla="*/ 8595232 w 9226208"/>
                  <a:gd name="connsiteY327" fmla="*/ 4883910 h 6422006"/>
                  <a:gd name="connsiteX328" fmla="*/ 8547420 w 9226208"/>
                  <a:gd name="connsiteY328" fmla="*/ 4913793 h 6422006"/>
                  <a:gd name="connsiteX329" fmla="*/ 8517538 w 9226208"/>
                  <a:gd name="connsiteY329" fmla="*/ 4919769 h 6422006"/>
                  <a:gd name="connsiteX330" fmla="*/ 8403985 w 9226208"/>
                  <a:gd name="connsiteY330" fmla="*/ 4937698 h 6422006"/>
                  <a:gd name="connsiteX331" fmla="*/ 7782432 w 9226208"/>
                  <a:gd name="connsiteY331" fmla="*/ 4955628 h 6422006"/>
                  <a:gd name="connsiteX332" fmla="*/ 7483608 w 9226208"/>
                  <a:gd name="connsiteY332" fmla="*/ 4973557 h 6422006"/>
                  <a:gd name="connsiteX333" fmla="*/ 7393961 w 9226208"/>
                  <a:gd name="connsiteY333" fmla="*/ 4991487 h 6422006"/>
                  <a:gd name="connsiteX334" fmla="*/ 6844126 w 9226208"/>
                  <a:gd name="connsiteY334" fmla="*/ 5003440 h 6422006"/>
                  <a:gd name="connsiteX335" fmla="*/ 6796314 w 9226208"/>
                  <a:gd name="connsiteY335" fmla="*/ 5027346 h 6422006"/>
                  <a:gd name="connsiteX336" fmla="*/ 6778385 w 9226208"/>
                  <a:gd name="connsiteY336" fmla="*/ 5033322 h 6422006"/>
                  <a:gd name="connsiteX337" fmla="*/ 6730573 w 9226208"/>
                  <a:gd name="connsiteY337" fmla="*/ 5045275 h 6422006"/>
                  <a:gd name="connsiteX338" fmla="*/ 6682761 w 9226208"/>
                  <a:gd name="connsiteY338" fmla="*/ 5069181 h 6422006"/>
                  <a:gd name="connsiteX339" fmla="*/ 6664832 w 9226208"/>
                  <a:gd name="connsiteY339" fmla="*/ 5081134 h 6422006"/>
                  <a:gd name="connsiteX340" fmla="*/ 6634950 w 9226208"/>
                  <a:gd name="connsiteY340" fmla="*/ 5087110 h 6422006"/>
                  <a:gd name="connsiteX341" fmla="*/ 6545303 w 9226208"/>
                  <a:gd name="connsiteY341" fmla="*/ 5105040 h 6422006"/>
                  <a:gd name="connsiteX342" fmla="*/ 6527373 w 9226208"/>
                  <a:gd name="connsiteY342" fmla="*/ 5116993 h 6422006"/>
                  <a:gd name="connsiteX343" fmla="*/ 6455655 w 9226208"/>
                  <a:gd name="connsiteY343" fmla="*/ 5128946 h 6422006"/>
                  <a:gd name="connsiteX344" fmla="*/ 6425773 w 9226208"/>
                  <a:gd name="connsiteY344" fmla="*/ 5200663 h 6422006"/>
                  <a:gd name="connsiteX345" fmla="*/ 6389914 w 9226208"/>
                  <a:gd name="connsiteY345" fmla="*/ 5218593 h 6422006"/>
                  <a:gd name="connsiteX346" fmla="*/ 6294291 w 9226208"/>
                  <a:gd name="connsiteY346" fmla="*/ 5224569 h 6422006"/>
                  <a:gd name="connsiteX347" fmla="*/ 5899844 w 9226208"/>
                  <a:gd name="connsiteY347" fmla="*/ 5236522 h 6422006"/>
                  <a:gd name="connsiteX348" fmla="*/ 5487467 w 9226208"/>
                  <a:gd name="connsiteY348" fmla="*/ 5260428 h 6422006"/>
                  <a:gd name="connsiteX349" fmla="*/ 5463561 w 9226208"/>
                  <a:gd name="connsiteY349" fmla="*/ 5272381 h 6422006"/>
                  <a:gd name="connsiteX350" fmla="*/ 5385867 w 9226208"/>
                  <a:gd name="connsiteY350" fmla="*/ 5290310 h 6422006"/>
                  <a:gd name="connsiteX351" fmla="*/ 5361961 w 9226208"/>
                  <a:gd name="connsiteY351" fmla="*/ 5308240 h 6422006"/>
                  <a:gd name="connsiteX352" fmla="*/ 5344032 w 9226208"/>
                  <a:gd name="connsiteY352" fmla="*/ 5326169 h 6422006"/>
                  <a:gd name="connsiteX353" fmla="*/ 5314150 w 9226208"/>
                  <a:gd name="connsiteY353" fmla="*/ 5332146 h 6422006"/>
                  <a:gd name="connsiteX354" fmla="*/ 5290244 w 9226208"/>
                  <a:gd name="connsiteY354" fmla="*/ 5350075 h 6422006"/>
                  <a:gd name="connsiteX355" fmla="*/ 5272314 w 9226208"/>
                  <a:gd name="connsiteY355" fmla="*/ 5368004 h 6422006"/>
                  <a:gd name="connsiteX356" fmla="*/ 5218526 w 9226208"/>
                  <a:gd name="connsiteY356" fmla="*/ 5391910 h 6422006"/>
                  <a:gd name="connsiteX357" fmla="*/ 5164738 w 9226208"/>
                  <a:gd name="connsiteY357" fmla="*/ 5415816 h 6422006"/>
                  <a:gd name="connsiteX358" fmla="*/ 5116926 w 9226208"/>
                  <a:gd name="connsiteY358" fmla="*/ 5427769 h 6422006"/>
                  <a:gd name="connsiteX359" fmla="*/ 5087044 w 9226208"/>
                  <a:gd name="connsiteY359" fmla="*/ 5439722 h 6422006"/>
                  <a:gd name="connsiteX360" fmla="*/ 4985444 w 9226208"/>
                  <a:gd name="connsiteY360" fmla="*/ 5463628 h 6422006"/>
                  <a:gd name="connsiteX361" fmla="*/ 4967514 w 9226208"/>
                  <a:gd name="connsiteY361" fmla="*/ 5475581 h 6422006"/>
                  <a:gd name="connsiteX362" fmla="*/ 4949585 w 9226208"/>
                  <a:gd name="connsiteY362" fmla="*/ 5481557 h 6422006"/>
                  <a:gd name="connsiteX363" fmla="*/ 4955561 w 9226208"/>
                  <a:gd name="connsiteY363" fmla="*/ 5607063 h 6422006"/>
                  <a:gd name="connsiteX364" fmla="*/ 4925679 w 9226208"/>
                  <a:gd name="connsiteY364" fmla="*/ 5660851 h 6422006"/>
                  <a:gd name="connsiteX365" fmla="*/ 4836032 w 9226208"/>
                  <a:gd name="connsiteY365" fmla="*/ 5672804 h 6422006"/>
                  <a:gd name="connsiteX366" fmla="*/ 4608926 w 9226208"/>
                  <a:gd name="connsiteY366" fmla="*/ 5678781 h 6422006"/>
                  <a:gd name="connsiteX367" fmla="*/ 4579044 w 9226208"/>
                  <a:gd name="connsiteY367" fmla="*/ 5690734 h 6422006"/>
                  <a:gd name="connsiteX368" fmla="*/ 4561114 w 9226208"/>
                  <a:gd name="connsiteY368" fmla="*/ 5714640 h 6422006"/>
                  <a:gd name="connsiteX369" fmla="*/ 4543185 w 9226208"/>
                  <a:gd name="connsiteY369" fmla="*/ 5726593 h 6422006"/>
                  <a:gd name="connsiteX370" fmla="*/ 4483420 w 9226208"/>
                  <a:gd name="connsiteY370" fmla="*/ 5822216 h 6422006"/>
                  <a:gd name="connsiteX371" fmla="*/ 4465491 w 9226208"/>
                  <a:gd name="connsiteY371" fmla="*/ 5834169 h 6422006"/>
                  <a:gd name="connsiteX372" fmla="*/ 4411703 w 9226208"/>
                  <a:gd name="connsiteY372" fmla="*/ 5864051 h 6422006"/>
                  <a:gd name="connsiteX373" fmla="*/ 4405726 w 9226208"/>
                  <a:gd name="connsiteY373" fmla="*/ 5887957 h 6422006"/>
                  <a:gd name="connsiteX374" fmla="*/ 4316079 w 9226208"/>
                  <a:gd name="connsiteY374" fmla="*/ 5923816 h 6422006"/>
                  <a:gd name="connsiteX375" fmla="*/ 4268267 w 9226208"/>
                  <a:gd name="connsiteY375" fmla="*/ 5935769 h 6422006"/>
                  <a:gd name="connsiteX376" fmla="*/ 4214479 w 9226208"/>
                  <a:gd name="connsiteY376" fmla="*/ 5947722 h 6422006"/>
                  <a:gd name="connsiteX377" fmla="*/ 4160691 w 9226208"/>
                  <a:gd name="connsiteY377" fmla="*/ 6007487 h 6422006"/>
                  <a:gd name="connsiteX378" fmla="*/ 4106903 w 9226208"/>
                  <a:gd name="connsiteY378" fmla="*/ 6049322 h 6422006"/>
                  <a:gd name="connsiteX379" fmla="*/ 4071044 w 9226208"/>
                  <a:gd name="connsiteY379" fmla="*/ 6085181 h 6422006"/>
                  <a:gd name="connsiteX380" fmla="*/ 4023232 w 9226208"/>
                  <a:gd name="connsiteY380" fmla="*/ 6103110 h 6422006"/>
                  <a:gd name="connsiteX381" fmla="*/ 3975420 w 9226208"/>
                  <a:gd name="connsiteY381" fmla="*/ 6109087 h 6422006"/>
                  <a:gd name="connsiteX382" fmla="*/ 3951514 w 9226208"/>
                  <a:gd name="connsiteY382" fmla="*/ 6115063 h 6422006"/>
                  <a:gd name="connsiteX383" fmla="*/ 3909679 w 9226208"/>
                  <a:gd name="connsiteY383" fmla="*/ 6156898 h 6422006"/>
                  <a:gd name="connsiteX384" fmla="*/ 3873820 w 9226208"/>
                  <a:gd name="connsiteY384" fmla="*/ 6186781 h 6422006"/>
                  <a:gd name="connsiteX385" fmla="*/ 3855891 w 9226208"/>
                  <a:gd name="connsiteY385" fmla="*/ 6204710 h 6422006"/>
                  <a:gd name="connsiteX386" fmla="*/ 3802103 w 9226208"/>
                  <a:gd name="connsiteY386" fmla="*/ 6222640 h 6422006"/>
                  <a:gd name="connsiteX387" fmla="*/ 3784173 w 9226208"/>
                  <a:gd name="connsiteY387" fmla="*/ 6240569 h 6422006"/>
                  <a:gd name="connsiteX388" fmla="*/ 3772220 w 9226208"/>
                  <a:gd name="connsiteY388" fmla="*/ 6258498 h 6422006"/>
                  <a:gd name="connsiteX389" fmla="*/ 3742338 w 9226208"/>
                  <a:gd name="connsiteY389" fmla="*/ 6270451 h 6422006"/>
                  <a:gd name="connsiteX390" fmla="*/ 3718432 w 9226208"/>
                  <a:gd name="connsiteY390" fmla="*/ 6282404 h 6422006"/>
                  <a:gd name="connsiteX391" fmla="*/ 3700503 w 9226208"/>
                  <a:gd name="connsiteY391" fmla="*/ 6294357 h 6422006"/>
                  <a:gd name="connsiteX392" fmla="*/ 3616832 w 9226208"/>
                  <a:gd name="connsiteY392" fmla="*/ 6300334 h 6422006"/>
                  <a:gd name="connsiteX393" fmla="*/ 3586950 w 9226208"/>
                  <a:gd name="connsiteY393" fmla="*/ 6312287 h 6422006"/>
                  <a:gd name="connsiteX394" fmla="*/ 3563044 w 9226208"/>
                  <a:gd name="connsiteY394" fmla="*/ 6318263 h 6422006"/>
                  <a:gd name="connsiteX395" fmla="*/ 3551091 w 9226208"/>
                  <a:gd name="connsiteY395" fmla="*/ 6342169 h 6422006"/>
                  <a:gd name="connsiteX396" fmla="*/ 3515232 w 9226208"/>
                  <a:gd name="connsiteY396" fmla="*/ 6354122 h 6422006"/>
                  <a:gd name="connsiteX397" fmla="*/ 3491326 w 9226208"/>
                  <a:gd name="connsiteY397" fmla="*/ 6372051 h 6422006"/>
                  <a:gd name="connsiteX398" fmla="*/ 2959420 w 9226208"/>
                  <a:gd name="connsiteY398" fmla="*/ 6378028 h 6422006"/>
                  <a:gd name="connsiteX399" fmla="*/ 2911608 w 9226208"/>
                  <a:gd name="connsiteY399" fmla="*/ 6354122 h 6422006"/>
                  <a:gd name="connsiteX400" fmla="*/ 2869773 w 9226208"/>
                  <a:gd name="connsiteY400" fmla="*/ 6312287 h 6422006"/>
                  <a:gd name="connsiteX401" fmla="*/ 2851844 w 9226208"/>
                  <a:gd name="connsiteY401" fmla="*/ 6300334 h 6422006"/>
                  <a:gd name="connsiteX402" fmla="*/ 2827938 w 9226208"/>
                  <a:gd name="connsiteY402" fmla="*/ 6282404 h 6422006"/>
                  <a:gd name="connsiteX403" fmla="*/ 2810008 w 9226208"/>
                  <a:gd name="connsiteY403" fmla="*/ 6276428 h 6422006"/>
                  <a:gd name="connsiteX404" fmla="*/ 2780126 w 9226208"/>
                  <a:gd name="connsiteY404" fmla="*/ 6264475 h 6422006"/>
                  <a:gd name="connsiteX405" fmla="*/ 2756220 w 9226208"/>
                  <a:gd name="connsiteY405" fmla="*/ 6246546 h 6422006"/>
                  <a:gd name="connsiteX406" fmla="*/ 2738291 w 9226208"/>
                  <a:gd name="connsiteY406" fmla="*/ 6228616 h 6422006"/>
                  <a:gd name="connsiteX407" fmla="*/ 2696455 w 9226208"/>
                  <a:gd name="connsiteY407" fmla="*/ 6222640 h 6422006"/>
                  <a:gd name="connsiteX408" fmla="*/ 2678526 w 9226208"/>
                  <a:gd name="connsiteY408" fmla="*/ 6210687 h 6422006"/>
                  <a:gd name="connsiteX409" fmla="*/ 2600832 w 9226208"/>
                  <a:gd name="connsiteY409" fmla="*/ 6186781 h 6422006"/>
                  <a:gd name="connsiteX410" fmla="*/ 2558997 w 9226208"/>
                  <a:gd name="connsiteY410" fmla="*/ 6168851 h 6422006"/>
                  <a:gd name="connsiteX411" fmla="*/ 2541067 w 9226208"/>
                  <a:gd name="connsiteY411" fmla="*/ 6162875 h 6422006"/>
                  <a:gd name="connsiteX412" fmla="*/ 2505208 w 9226208"/>
                  <a:gd name="connsiteY412" fmla="*/ 6132993 h 6422006"/>
                  <a:gd name="connsiteX413" fmla="*/ 2391655 w 9226208"/>
                  <a:gd name="connsiteY413" fmla="*/ 6103110 h 6422006"/>
                  <a:gd name="connsiteX414" fmla="*/ 2337867 w 9226208"/>
                  <a:gd name="connsiteY414" fmla="*/ 6049322 h 6422006"/>
                  <a:gd name="connsiteX415" fmla="*/ 2313961 w 9226208"/>
                  <a:gd name="connsiteY415" fmla="*/ 6007487 h 6422006"/>
                  <a:gd name="connsiteX416" fmla="*/ 2307985 w 9226208"/>
                  <a:gd name="connsiteY416" fmla="*/ 5989557 h 6422006"/>
                  <a:gd name="connsiteX417" fmla="*/ 2242244 w 9226208"/>
                  <a:gd name="connsiteY417" fmla="*/ 5923816 h 6422006"/>
                  <a:gd name="connsiteX418" fmla="*/ 2200408 w 9226208"/>
                  <a:gd name="connsiteY418" fmla="*/ 5876004 h 6422006"/>
                  <a:gd name="connsiteX419" fmla="*/ 2194432 w 9226208"/>
                  <a:gd name="connsiteY419" fmla="*/ 5858075 h 6422006"/>
                  <a:gd name="connsiteX420" fmla="*/ 2164550 w 9226208"/>
                  <a:gd name="connsiteY420" fmla="*/ 5840146 h 6422006"/>
                  <a:gd name="connsiteX421" fmla="*/ 2146620 w 9226208"/>
                  <a:gd name="connsiteY421" fmla="*/ 5822216 h 6422006"/>
                  <a:gd name="connsiteX422" fmla="*/ 2140644 w 9226208"/>
                  <a:gd name="connsiteY422" fmla="*/ 5786357 h 6422006"/>
                  <a:gd name="connsiteX423" fmla="*/ 2122714 w 9226208"/>
                  <a:gd name="connsiteY423" fmla="*/ 5762451 h 6422006"/>
                  <a:gd name="connsiteX424" fmla="*/ 2116738 w 9226208"/>
                  <a:gd name="connsiteY424" fmla="*/ 5744522 h 6422006"/>
                  <a:gd name="connsiteX425" fmla="*/ 2098808 w 9226208"/>
                  <a:gd name="connsiteY425" fmla="*/ 5726593 h 6422006"/>
                  <a:gd name="connsiteX426" fmla="*/ 2068926 w 9226208"/>
                  <a:gd name="connsiteY426" fmla="*/ 5684757 h 6422006"/>
                  <a:gd name="connsiteX427" fmla="*/ 2050997 w 9226208"/>
                  <a:gd name="connsiteY427" fmla="*/ 5630969 h 6422006"/>
                  <a:gd name="connsiteX428" fmla="*/ 2045020 w 9226208"/>
                  <a:gd name="connsiteY428" fmla="*/ 5607063 h 6422006"/>
                  <a:gd name="connsiteX429" fmla="*/ 2033067 w 9226208"/>
                  <a:gd name="connsiteY429" fmla="*/ 5577181 h 6422006"/>
                  <a:gd name="connsiteX430" fmla="*/ 2027091 w 9226208"/>
                  <a:gd name="connsiteY430" fmla="*/ 5553275 h 6422006"/>
                  <a:gd name="connsiteX431" fmla="*/ 1997208 w 9226208"/>
                  <a:gd name="connsiteY431" fmla="*/ 5499487 h 6422006"/>
                  <a:gd name="connsiteX432" fmla="*/ 1991232 w 9226208"/>
                  <a:gd name="connsiteY432" fmla="*/ 5481557 h 6422006"/>
                  <a:gd name="connsiteX433" fmla="*/ 1985255 w 9226208"/>
                  <a:gd name="connsiteY433" fmla="*/ 5457651 h 6422006"/>
                  <a:gd name="connsiteX434" fmla="*/ 1967326 w 9226208"/>
                  <a:gd name="connsiteY434" fmla="*/ 5451675 h 6422006"/>
                  <a:gd name="connsiteX435" fmla="*/ 1937444 w 9226208"/>
                  <a:gd name="connsiteY435" fmla="*/ 5397887 h 6422006"/>
                  <a:gd name="connsiteX436" fmla="*/ 1913538 w 9226208"/>
                  <a:gd name="connsiteY436" fmla="*/ 5362028 h 6422006"/>
                  <a:gd name="connsiteX437" fmla="*/ 1907561 w 9226208"/>
                  <a:gd name="connsiteY437" fmla="*/ 5344098 h 6422006"/>
                  <a:gd name="connsiteX438" fmla="*/ 1889632 w 9226208"/>
                  <a:gd name="connsiteY438" fmla="*/ 5320193 h 6422006"/>
                  <a:gd name="connsiteX439" fmla="*/ 1889632 w 9226208"/>
                  <a:gd name="connsiteY439" fmla="*/ 5320193 h 6422006"/>
                  <a:gd name="connsiteX0" fmla="*/ 1811938 w 9226208"/>
                  <a:gd name="connsiteY0" fmla="*/ 5308240 h 6422006"/>
                  <a:gd name="connsiteX1" fmla="*/ 1811938 w 9226208"/>
                  <a:gd name="connsiteY1" fmla="*/ 5308240 h 6422006"/>
                  <a:gd name="connsiteX2" fmla="*/ 1746197 w 9226208"/>
                  <a:gd name="connsiteY2" fmla="*/ 5320193 h 6422006"/>
                  <a:gd name="connsiteX3" fmla="*/ 1483232 w 9226208"/>
                  <a:gd name="connsiteY3" fmla="*/ 5308240 h 6422006"/>
                  <a:gd name="connsiteX4" fmla="*/ 1453350 w 9226208"/>
                  <a:gd name="connsiteY4" fmla="*/ 5284334 h 6422006"/>
                  <a:gd name="connsiteX5" fmla="*/ 1435420 w 9226208"/>
                  <a:gd name="connsiteY5" fmla="*/ 5266404 h 6422006"/>
                  <a:gd name="connsiteX6" fmla="*/ 1417491 w 9226208"/>
                  <a:gd name="connsiteY6" fmla="*/ 5254451 h 6422006"/>
                  <a:gd name="connsiteX7" fmla="*/ 1405538 w 9226208"/>
                  <a:gd name="connsiteY7" fmla="*/ 5236522 h 6422006"/>
                  <a:gd name="connsiteX8" fmla="*/ 1399561 w 9226208"/>
                  <a:gd name="connsiteY8" fmla="*/ 5218593 h 6422006"/>
                  <a:gd name="connsiteX9" fmla="*/ 1363703 w 9226208"/>
                  <a:gd name="connsiteY9" fmla="*/ 5188710 h 6422006"/>
                  <a:gd name="connsiteX10" fmla="*/ 1327844 w 9226208"/>
                  <a:gd name="connsiteY10" fmla="*/ 5158828 h 6422006"/>
                  <a:gd name="connsiteX11" fmla="*/ 1309914 w 9226208"/>
                  <a:gd name="connsiteY11" fmla="*/ 5140898 h 6422006"/>
                  <a:gd name="connsiteX12" fmla="*/ 1286008 w 9226208"/>
                  <a:gd name="connsiteY12" fmla="*/ 5111016 h 6422006"/>
                  <a:gd name="connsiteX13" fmla="*/ 1268079 w 9226208"/>
                  <a:gd name="connsiteY13" fmla="*/ 5093087 h 6422006"/>
                  <a:gd name="connsiteX14" fmla="*/ 1226244 w 9226208"/>
                  <a:gd name="connsiteY14" fmla="*/ 5075157 h 6422006"/>
                  <a:gd name="connsiteX15" fmla="*/ 1184408 w 9226208"/>
                  <a:gd name="connsiteY15" fmla="*/ 5057228 h 6422006"/>
                  <a:gd name="connsiteX16" fmla="*/ 1112691 w 9226208"/>
                  <a:gd name="connsiteY16" fmla="*/ 5051251 h 6422006"/>
                  <a:gd name="connsiteX17" fmla="*/ 1058903 w 9226208"/>
                  <a:gd name="connsiteY17" fmla="*/ 5027346 h 6422006"/>
                  <a:gd name="connsiteX18" fmla="*/ 993161 w 9226208"/>
                  <a:gd name="connsiteY18" fmla="*/ 5021369 h 6422006"/>
                  <a:gd name="connsiteX19" fmla="*/ 933397 w 9226208"/>
                  <a:gd name="connsiteY19" fmla="*/ 5003440 h 6422006"/>
                  <a:gd name="connsiteX20" fmla="*/ 915467 w 9226208"/>
                  <a:gd name="connsiteY20" fmla="*/ 4991487 h 6422006"/>
                  <a:gd name="connsiteX21" fmla="*/ 885585 w 9226208"/>
                  <a:gd name="connsiteY21" fmla="*/ 4985510 h 6422006"/>
                  <a:gd name="connsiteX22" fmla="*/ 873632 w 9226208"/>
                  <a:gd name="connsiteY22" fmla="*/ 4967581 h 6422006"/>
                  <a:gd name="connsiteX23" fmla="*/ 855703 w 9226208"/>
                  <a:gd name="connsiteY23" fmla="*/ 4961604 h 6422006"/>
                  <a:gd name="connsiteX24" fmla="*/ 843750 w 9226208"/>
                  <a:gd name="connsiteY24" fmla="*/ 4943675 h 6422006"/>
                  <a:gd name="connsiteX25" fmla="*/ 837773 w 9226208"/>
                  <a:gd name="connsiteY25" fmla="*/ 4925746 h 6422006"/>
                  <a:gd name="connsiteX26" fmla="*/ 819844 w 9226208"/>
                  <a:gd name="connsiteY26" fmla="*/ 4919769 h 6422006"/>
                  <a:gd name="connsiteX27" fmla="*/ 783985 w 9226208"/>
                  <a:gd name="connsiteY27" fmla="*/ 4901840 h 6422006"/>
                  <a:gd name="connsiteX28" fmla="*/ 766055 w 9226208"/>
                  <a:gd name="connsiteY28" fmla="*/ 4889887 h 6422006"/>
                  <a:gd name="connsiteX29" fmla="*/ 742150 w 9226208"/>
                  <a:gd name="connsiteY29" fmla="*/ 4854028 h 6422006"/>
                  <a:gd name="connsiteX30" fmla="*/ 658479 w 9226208"/>
                  <a:gd name="connsiteY30" fmla="*/ 4836098 h 6422006"/>
                  <a:gd name="connsiteX31" fmla="*/ 622620 w 9226208"/>
                  <a:gd name="connsiteY31" fmla="*/ 4830122 h 6422006"/>
                  <a:gd name="connsiteX32" fmla="*/ 580785 w 9226208"/>
                  <a:gd name="connsiteY32" fmla="*/ 4806216 h 6422006"/>
                  <a:gd name="connsiteX33" fmla="*/ 532973 w 9226208"/>
                  <a:gd name="connsiteY33" fmla="*/ 4788287 h 6422006"/>
                  <a:gd name="connsiteX34" fmla="*/ 509067 w 9226208"/>
                  <a:gd name="connsiteY34" fmla="*/ 4758404 h 6422006"/>
                  <a:gd name="connsiteX35" fmla="*/ 473208 w 9226208"/>
                  <a:gd name="connsiteY35" fmla="*/ 4722546 h 6422006"/>
                  <a:gd name="connsiteX36" fmla="*/ 419420 w 9226208"/>
                  <a:gd name="connsiteY36" fmla="*/ 4710593 h 6422006"/>
                  <a:gd name="connsiteX37" fmla="*/ 407467 w 9226208"/>
                  <a:gd name="connsiteY37" fmla="*/ 4680710 h 6422006"/>
                  <a:gd name="connsiteX38" fmla="*/ 389538 w 9226208"/>
                  <a:gd name="connsiteY38" fmla="*/ 4674734 h 6422006"/>
                  <a:gd name="connsiteX39" fmla="*/ 341726 w 9226208"/>
                  <a:gd name="connsiteY39" fmla="*/ 4644851 h 6422006"/>
                  <a:gd name="connsiteX40" fmla="*/ 317820 w 9226208"/>
                  <a:gd name="connsiteY40" fmla="*/ 4620946 h 6422006"/>
                  <a:gd name="connsiteX41" fmla="*/ 311844 w 9226208"/>
                  <a:gd name="connsiteY41" fmla="*/ 4597040 h 6422006"/>
                  <a:gd name="connsiteX42" fmla="*/ 275985 w 9226208"/>
                  <a:gd name="connsiteY42" fmla="*/ 4567157 h 6422006"/>
                  <a:gd name="connsiteX43" fmla="*/ 222197 w 9226208"/>
                  <a:gd name="connsiteY43" fmla="*/ 4507393 h 6422006"/>
                  <a:gd name="connsiteX44" fmla="*/ 216220 w 9226208"/>
                  <a:gd name="connsiteY44" fmla="*/ 4489463 h 6422006"/>
                  <a:gd name="connsiteX45" fmla="*/ 180361 w 9226208"/>
                  <a:gd name="connsiteY45" fmla="*/ 4465557 h 6422006"/>
                  <a:gd name="connsiteX46" fmla="*/ 162432 w 9226208"/>
                  <a:gd name="connsiteY46" fmla="*/ 4447628 h 6422006"/>
                  <a:gd name="connsiteX47" fmla="*/ 144503 w 9226208"/>
                  <a:gd name="connsiteY47" fmla="*/ 4381887 h 6422006"/>
                  <a:gd name="connsiteX48" fmla="*/ 126573 w 9226208"/>
                  <a:gd name="connsiteY48" fmla="*/ 4340051 h 6422006"/>
                  <a:gd name="connsiteX49" fmla="*/ 96691 w 9226208"/>
                  <a:gd name="connsiteY49" fmla="*/ 4100993 h 6422006"/>
                  <a:gd name="connsiteX50" fmla="*/ 78761 w 9226208"/>
                  <a:gd name="connsiteY50" fmla="*/ 4083063 h 6422006"/>
                  <a:gd name="connsiteX51" fmla="*/ 72785 w 9226208"/>
                  <a:gd name="connsiteY51" fmla="*/ 4053181 h 6422006"/>
                  <a:gd name="connsiteX52" fmla="*/ 48879 w 9226208"/>
                  <a:gd name="connsiteY52" fmla="*/ 4011346 h 6422006"/>
                  <a:gd name="connsiteX53" fmla="*/ 24973 w 9226208"/>
                  <a:gd name="connsiteY53" fmla="*/ 3909746 h 6422006"/>
                  <a:gd name="connsiteX54" fmla="*/ 13020 w 9226208"/>
                  <a:gd name="connsiteY54" fmla="*/ 3891816 h 6422006"/>
                  <a:gd name="connsiteX55" fmla="*/ 18997 w 9226208"/>
                  <a:gd name="connsiteY55" fmla="*/ 3090969 h 6422006"/>
                  <a:gd name="connsiteX56" fmla="*/ 54855 w 9226208"/>
                  <a:gd name="connsiteY56" fmla="*/ 3037181 h 6422006"/>
                  <a:gd name="connsiteX57" fmla="*/ 84738 w 9226208"/>
                  <a:gd name="connsiteY57" fmla="*/ 2947534 h 6422006"/>
                  <a:gd name="connsiteX58" fmla="*/ 102667 w 9226208"/>
                  <a:gd name="connsiteY58" fmla="*/ 2881793 h 6422006"/>
                  <a:gd name="connsiteX59" fmla="*/ 108644 w 9226208"/>
                  <a:gd name="connsiteY59" fmla="*/ 2839957 h 6422006"/>
                  <a:gd name="connsiteX60" fmla="*/ 126573 w 9226208"/>
                  <a:gd name="connsiteY60" fmla="*/ 2822028 h 6422006"/>
                  <a:gd name="connsiteX61" fmla="*/ 174385 w 9226208"/>
                  <a:gd name="connsiteY61" fmla="*/ 2756287 h 6422006"/>
                  <a:gd name="connsiteX62" fmla="*/ 192314 w 9226208"/>
                  <a:gd name="connsiteY62" fmla="*/ 2714451 h 6422006"/>
                  <a:gd name="connsiteX63" fmla="*/ 210244 w 9226208"/>
                  <a:gd name="connsiteY63" fmla="*/ 2696522 h 6422006"/>
                  <a:gd name="connsiteX64" fmla="*/ 228173 w 9226208"/>
                  <a:gd name="connsiteY64" fmla="*/ 2654687 h 6422006"/>
                  <a:gd name="connsiteX65" fmla="*/ 246103 w 9226208"/>
                  <a:gd name="connsiteY65" fmla="*/ 2642734 h 6422006"/>
                  <a:gd name="connsiteX66" fmla="*/ 264032 w 9226208"/>
                  <a:gd name="connsiteY66" fmla="*/ 2624804 h 6422006"/>
                  <a:gd name="connsiteX67" fmla="*/ 305867 w 9226208"/>
                  <a:gd name="connsiteY67" fmla="*/ 2576993 h 6422006"/>
                  <a:gd name="connsiteX68" fmla="*/ 335750 w 9226208"/>
                  <a:gd name="connsiteY68" fmla="*/ 2493322 h 6422006"/>
                  <a:gd name="connsiteX69" fmla="*/ 359655 w 9226208"/>
                  <a:gd name="connsiteY69" fmla="*/ 2457463 h 6422006"/>
                  <a:gd name="connsiteX70" fmla="*/ 365632 w 9226208"/>
                  <a:gd name="connsiteY70" fmla="*/ 2409651 h 6422006"/>
                  <a:gd name="connsiteX71" fmla="*/ 383561 w 9226208"/>
                  <a:gd name="connsiteY71" fmla="*/ 2391722 h 6422006"/>
                  <a:gd name="connsiteX72" fmla="*/ 419420 w 9226208"/>
                  <a:gd name="connsiteY72" fmla="*/ 2355863 h 6422006"/>
                  <a:gd name="connsiteX73" fmla="*/ 461255 w 9226208"/>
                  <a:gd name="connsiteY73" fmla="*/ 2296098 h 6422006"/>
                  <a:gd name="connsiteX74" fmla="*/ 479185 w 9226208"/>
                  <a:gd name="connsiteY74" fmla="*/ 2260240 h 6422006"/>
                  <a:gd name="connsiteX75" fmla="*/ 509067 w 9226208"/>
                  <a:gd name="connsiteY75" fmla="*/ 2224381 h 6422006"/>
                  <a:gd name="connsiteX76" fmla="*/ 538950 w 9226208"/>
                  <a:gd name="connsiteY76" fmla="*/ 2194498 h 6422006"/>
                  <a:gd name="connsiteX77" fmla="*/ 568832 w 9226208"/>
                  <a:gd name="connsiteY77" fmla="*/ 2134734 h 6422006"/>
                  <a:gd name="connsiteX78" fmla="*/ 622620 w 9226208"/>
                  <a:gd name="connsiteY78" fmla="*/ 2080946 h 6422006"/>
                  <a:gd name="connsiteX79" fmla="*/ 676408 w 9226208"/>
                  <a:gd name="connsiteY79" fmla="*/ 1997275 h 6422006"/>
                  <a:gd name="connsiteX80" fmla="*/ 718244 w 9226208"/>
                  <a:gd name="connsiteY80" fmla="*/ 1949463 h 6422006"/>
                  <a:gd name="connsiteX81" fmla="*/ 754103 w 9226208"/>
                  <a:gd name="connsiteY81" fmla="*/ 1913604 h 6422006"/>
                  <a:gd name="connsiteX82" fmla="*/ 778008 w 9226208"/>
                  <a:gd name="connsiteY82" fmla="*/ 1877746 h 6422006"/>
                  <a:gd name="connsiteX83" fmla="*/ 801914 w 9226208"/>
                  <a:gd name="connsiteY83" fmla="*/ 1853840 h 6422006"/>
                  <a:gd name="connsiteX84" fmla="*/ 813867 w 9226208"/>
                  <a:gd name="connsiteY84" fmla="*/ 1835910 h 6422006"/>
                  <a:gd name="connsiteX85" fmla="*/ 849726 w 9226208"/>
                  <a:gd name="connsiteY85" fmla="*/ 1800051 h 6422006"/>
                  <a:gd name="connsiteX86" fmla="*/ 867655 w 9226208"/>
                  <a:gd name="connsiteY86" fmla="*/ 1776146 h 6422006"/>
                  <a:gd name="connsiteX87" fmla="*/ 891561 w 9226208"/>
                  <a:gd name="connsiteY87" fmla="*/ 1764193 h 6422006"/>
                  <a:gd name="connsiteX88" fmla="*/ 903514 w 9226208"/>
                  <a:gd name="connsiteY88" fmla="*/ 1746263 h 6422006"/>
                  <a:gd name="connsiteX89" fmla="*/ 957303 w 9226208"/>
                  <a:gd name="connsiteY89" fmla="*/ 1692475 h 6422006"/>
                  <a:gd name="connsiteX90" fmla="*/ 975232 w 9226208"/>
                  <a:gd name="connsiteY90" fmla="*/ 1674546 h 6422006"/>
                  <a:gd name="connsiteX91" fmla="*/ 999138 w 9226208"/>
                  <a:gd name="connsiteY91" fmla="*/ 1632710 h 6422006"/>
                  <a:gd name="connsiteX92" fmla="*/ 1011091 w 9226208"/>
                  <a:gd name="connsiteY92" fmla="*/ 1614781 h 6422006"/>
                  <a:gd name="connsiteX93" fmla="*/ 1029020 w 9226208"/>
                  <a:gd name="connsiteY93" fmla="*/ 1608804 h 6422006"/>
                  <a:gd name="connsiteX94" fmla="*/ 1034997 w 9226208"/>
                  <a:gd name="connsiteY94" fmla="*/ 1590875 h 6422006"/>
                  <a:gd name="connsiteX95" fmla="*/ 1064879 w 9226208"/>
                  <a:gd name="connsiteY95" fmla="*/ 1572946 h 6422006"/>
                  <a:gd name="connsiteX96" fmla="*/ 1082808 w 9226208"/>
                  <a:gd name="connsiteY96" fmla="*/ 1560993 h 6422006"/>
                  <a:gd name="connsiteX97" fmla="*/ 1088785 w 9226208"/>
                  <a:gd name="connsiteY97" fmla="*/ 1543063 h 6422006"/>
                  <a:gd name="connsiteX98" fmla="*/ 1106714 w 9226208"/>
                  <a:gd name="connsiteY98" fmla="*/ 1531110 h 6422006"/>
                  <a:gd name="connsiteX99" fmla="*/ 1124644 w 9226208"/>
                  <a:gd name="connsiteY99" fmla="*/ 1513181 h 6422006"/>
                  <a:gd name="connsiteX100" fmla="*/ 1154526 w 9226208"/>
                  <a:gd name="connsiteY100" fmla="*/ 1483298 h 6422006"/>
                  <a:gd name="connsiteX101" fmla="*/ 1172455 w 9226208"/>
                  <a:gd name="connsiteY101" fmla="*/ 1465369 h 6422006"/>
                  <a:gd name="connsiteX102" fmla="*/ 1184408 w 9226208"/>
                  <a:gd name="connsiteY102" fmla="*/ 1447440 h 6422006"/>
                  <a:gd name="connsiteX103" fmla="*/ 1202338 w 9226208"/>
                  <a:gd name="connsiteY103" fmla="*/ 1441463 h 6422006"/>
                  <a:gd name="connsiteX104" fmla="*/ 1214291 w 9226208"/>
                  <a:gd name="connsiteY104" fmla="*/ 1423534 h 6422006"/>
                  <a:gd name="connsiteX105" fmla="*/ 1220267 w 9226208"/>
                  <a:gd name="connsiteY105" fmla="*/ 1405604 h 6422006"/>
                  <a:gd name="connsiteX106" fmla="*/ 1256126 w 9226208"/>
                  <a:gd name="connsiteY106" fmla="*/ 1387675 h 6422006"/>
                  <a:gd name="connsiteX107" fmla="*/ 1291985 w 9226208"/>
                  <a:gd name="connsiteY107" fmla="*/ 1351816 h 6422006"/>
                  <a:gd name="connsiteX108" fmla="*/ 1297961 w 9226208"/>
                  <a:gd name="connsiteY108" fmla="*/ 1333887 h 6422006"/>
                  <a:gd name="connsiteX109" fmla="*/ 1345773 w 9226208"/>
                  <a:gd name="connsiteY109" fmla="*/ 1309981 h 6422006"/>
                  <a:gd name="connsiteX110" fmla="*/ 1351750 w 9226208"/>
                  <a:gd name="connsiteY110" fmla="*/ 1292051 h 6422006"/>
                  <a:gd name="connsiteX111" fmla="*/ 1411514 w 9226208"/>
                  <a:gd name="connsiteY111" fmla="*/ 1274122 h 6422006"/>
                  <a:gd name="connsiteX112" fmla="*/ 1447373 w 9226208"/>
                  <a:gd name="connsiteY112" fmla="*/ 1250216 h 6422006"/>
                  <a:gd name="connsiteX113" fmla="*/ 1465303 w 9226208"/>
                  <a:gd name="connsiteY113" fmla="*/ 1232287 h 6422006"/>
                  <a:gd name="connsiteX114" fmla="*/ 1501161 w 9226208"/>
                  <a:gd name="connsiteY114" fmla="*/ 1214357 h 6422006"/>
                  <a:gd name="connsiteX115" fmla="*/ 1537020 w 9226208"/>
                  <a:gd name="connsiteY115" fmla="*/ 1178498 h 6422006"/>
                  <a:gd name="connsiteX116" fmla="*/ 1554950 w 9226208"/>
                  <a:gd name="connsiteY116" fmla="*/ 1160569 h 6422006"/>
                  <a:gd name="connsiteX117" fmla="*/ 1590808 w 9226208"/>
                  <a:gd name="connsiteY117" fmla="*/ 1136663 h 6422006"/>
                  <a:gd name="connsiteX118" fmla="*/ 1602761 w 9226208"/>
                  <a:gd name="connsiteY118" fmla="*/ 1118734 h 6422006"/>
                  <a:gd name="connsiteX119" fmla="*/ 1650573 w 9226208"/>
                  <a:gd name="connsiteY119" fmla="*/ 1100804 h 6422006"/>
                  <a:gd name="connsiteX120" fmla="*/ 1674479 w 9226208"/>
                  <a:gd name="connsiteY120" fmla="*/ 1088851 h 6422006"/>
                  <a:gd name="connsiteX121" fmla="*/ 1716314 w 9226208"/>
                  <a:gd name="connsiteY121" fmla="*/ 1076898 h 6422006"/>
                  <a:gd name="connsiteX122" fmla="*/ 1805961 w 9226208"/>
                  <a:gd name="connsiteY122" fmla="*/ 1041040 h 6422006"/>
                  <a:gd name="connsiteX123" fmla="*/ 1847797 w 9226208"/>
                  <a:gd name="connsiteY123" fmla="*/ 1005181 h 6422006"/>
                  <a:gd name="connsiteX124" fmla="*/ 1901585 w 9226208"/>
                  <a:gd name="connsiteY124" fmla="*/ 987251 h 6422006"/>
                  <a:gd name="connsiteX125" fmla="*/ 1949397 w 9226208"/>
                  <a:gd name="connsiteY125" fmla="*/ 969322 h 6422006"/>
                  <a:gd name="connsiteX126" fmla="*/ 2009161 w 9226208"/>
                  <a:gd name="connsiteY126" fmla="*/ 945416 h 6422006"/>
                  <a:gd name="connsiteX127" fmla="*/ 2027091 w 9226208"/>
                  <a:gd name="connsiteY127" fmla="*/ 927487 h 6422006"/>
                  <a:gd name="connsiteX128" fmla="*/ 2050997 w 9226208"/>
                  <a:gd name="connsiteY128" fmla="*/ 885651 h 6422006"/>
                  <a:gd name="connsiteX129" fmla="*/ 2056973 w 9226208"/>
                  <a:gd name="connsiteY129" fmla="*/ 867722 h 6422006"/>
                  <a:gd name="connsiteX130" fmla="*/ 2068926 w 9226208"/>
                  <a:gd name="connsiteY130" fmla="*/ 849793 h 6422006"/>
                  <a:gd name="connsiteX131" fmla="*/ 2074903 w 9226208"/>
                  <a:gd name="connsiteY131" fmla="*/ 939440 h 6422006"/>
                  <a:gd name="connsiteX132" fmla="*/ 2146620 w 9226208"/>
                  <a:gd name="connsiteY132" fmla="*/ 927487 h 6422006"/>
                  <a:gd name="connsiteX133" fmla="*/ 2158573 w 9226208"/>
                  <a:gd name="connsiteY133" fmla="*/ 909557 h 6422006"/>
                  <a:gd name="connsiteX134" fmla="*/ 2194432 w 9226208"/>
                  <a:gd name="connsiteY134" fmla="*/ 897604 h 6422006"/>
                  <a:gd name="connsiteX135" fmla="*/ 2284079 w 9226208"/>
                  <a:gd name="connsiteY135" fmla="*/ 873698 h 6422006"/>
                  <a:gd name="connsiteX136" fmla="*/ 2290055 w 9226208"/>
                  <a:gd name="connsiteY136" fmla="*/ 855769 h 6422006"/>
                  <a:gd name="connsiteX137" fmla="*/ 2325914 w 9226208"/>
                  <a:gd name="connsiteY137" fmla="*/ 831863 h 6422006"/>
                  <a:gd name="connsiteX138" fmla="*/ 2343844 w 9226208"/>
                  <a:gd name="connsiteY138" fmla="*/ 819910 h 6422006"/>
                  <a:gd name="connsiteX139" fmla="*/ 2349820 w 9226208"/>
                  <a:gd name="connsiteY139" fmla="*/ 796004 h 6422006"/>
                  <a:gd name="connsiteX140" fmla="*/ 2379703 w 9226208"/>
                  <a:gd name="connsiteY140" fmla="*/ 790028 h 6422006"/>
                  <a:gd name="connsiteX141" fmla="*/ 2415561 w 9226208"/>
                  <a:gd name="connsiteY141" fmla="*/ 760146 h 6422006"/>
                  <a:gd name="connsiteX142" fmla="*/ 2457397 w 9226208"/>
                  <a:gd name="connsiteY142" fmla="*/ 736240 h 6422006"/>
                  <a:gd name="connsiteX143" fmla="*/ 2475326 w 9226208"/>
                  <a:gd name="connsiteY143" fmla="*/ 724287 h 6422006"/>
                  <a:gd name="connsiteX144" fmla="*/ 2499232 w 9226208"/>
                  <a:gd name="connsiteY144" fmla="*/ 700381 h 6422006"/>
                  <a:gd name="connsiteX145" fmla="*/ 2547044 w 9226208"/>
                  <a:gd name="connsiteY145" fmla="*/ 658546 h 6422006"/>
                  <a:gd name="connsiteX146" fmla="*/ 2570950 w 9226208"/>
                  <a:gd name="connsiteY146" fmla="*/ 646593 h 6422006"/>
                  <a:gd name="connsiteX147" fmla="*/ 2630714 w 9226208"/>
                  <a:gd name="connsiteY147" fmla="*/ 622687 h 6422006"/>
                  <a:gd name="connsiteX148" fmla="*/ 2648644 w 9226208"/>
                  <a:gd name="connsiteY148" fmla="*/ 610734 h 6422006"/>
                  <a:gd name="connsiteX149" fmla="*/ 2666573 w 9226208"/>
                  <a:gd name="connsiteY149" fmla="*/ 604757 h 6422006"/>
                  <a:gd name="connsiteX150" fmla="*/ 2702432 w 9226208"/>
                  <a:gd name="connsiteY150" fmla="*/ 574875 h 6422006"/>
                  <a:gd name="connsiteX151" fmla="*/ 2744267 w 9226208"/>
                  <a:gd name="connsiteY151" fmla="*/ 562922 h 6422006"/>
                  <a:gd name="connsiteX152" fmla="*/ 2762197 w 9226208"/>
                  <a:gd name="connsiteY152" fmla="*/ 533040 h 6422006"/>
                  <a:gd name="connsiteX153" fmla="*/ 2780126 w 9226208"/>
                  <a:gd name="connsiteY153" fmla="*/ 527063 h 6422006"/>
                  <a:gd name="connsiteX154" fmla="*/ 2815985 w 9226208"/>
                  <a:gd name="connsiteY154" fmla="*/ 497181 h 6422006"/>
                  <a:gd name="connsiteX155" fmla="*/ 2857820 w 9226208"/>
                  <a:gd name="connsiteY155" fmla="*/ 455346 h 6422006"/>
                  <a:gd name="connsiteX156" fmla="*/ 2893679 w 9226208"/>
                  <a:gd name="connsiteY156" fmla="*/ 425463 h 6422006"/>
                  <a:gd name="connsiteX157" fmla="*/ 2929538 w 9226208"/>
                  <a:gd name="connsiteY157" fmla="*/ 419487 h 6422006"/>
                  <a:gd name="connsiteX158" fmla="*/ 3001255 w 9226208"/>
                  <a:gd name="connsiteY158" fmla="*/ 509134 h 6422006"/>
                  <a:gd name="connsiteX159" fmla="*/ 3007232 w 9226208"/>
                  <a:gd name="connsiteY159" fmla="*/ 431440 h 6422006"/>
                  <a:gd name="connsiteX160" fmla="*/ 3102855 w 9226208"/>
                  <a:gd name="connsiteY160" fmla="*/ 515110 h 6422006"/>
                  <a:gd name="connsiteX161" fmla="*/ 3138714 w 9226208"/>
                  <a:gd name="connsiteY161" fmla="*/ 497181 h 6422006"/>
                  <a:gd name="connsiteX162" fmla="*/ 3198479 w 9226208"/>
                  <a:gd name="connsiteY162" fmla="*/ 449369 h 6422006"/>
                  <a:gd name="connsiteX163" fmla="*/ 3234338 w 9226208"/>
                  <a:gd name="connsiteY163" fmla="*/ 419487 h 6422006"/>
                  <a:gd name="connsiteX164" fmla="*/ 3252267 w 9226208"/>
                  <a:gd name="connsiteY164" fmla="*/ 413510 h 6422006"/>
                  <a:gd name="connsiteX165" fmla="*/ 3288126 w 9226208"/>
                  <a:gd name="connsiteY165" fmla="*/ 377651 h 6422006"/>
                  <a:gd name="connsiteX166" fmla="*/ 3306055 w 9226208"/>
                  <a:gd name="connsiteY166" fmla="*/ 359722 h 6422006"/>
                  <a:gd name="connsiteX167" fmla="*/ 3335938 w 9226208"/>
                  <a:gd name="connsiteY167" fmla="*/ 353746 h 6422006"/>
                  <a:gd name="connsiteX168" fmla="*/ 3353867 w 9226208"/>
                  <a:gd name="connsiteY168" fmla="*/ 335816 h 6422006"/>
                  <a:gd name="connsiteX169" fmla="*/ 3383750 w 9226208"/>
                  <a:gd name="connsiteY169" fmla="*/ 317887 h 6422006"/>
                  <a:gd name="connsiteX170" fmla="*/ 3407655 w 9226208"/>
                  <a:gd name="connsiteY170" fmla="*/ 282028 h 6422006"/>
                  <a:gd name="connsiteX171" fmla="*/ 3443514 w 9226208"/>
                  <a:gd name="connsiteY171" fmla="*/ 252146 h 6422006"/>
                  <a:gd name="connsiteX172" fmla="*/ 3485350 w 9226208"/>
                  <a:gd name="connsiteY172" fmla="*/ 210310 h 6422006"/>
                  <a:gd name="connsiteX173" fmla="*/ 3574997 w 9226208"/>
                  <a:gd name="connsiteY173" fmla="*/ 192381 h 6422006"/>
                  <a:gd name="connsiteX174" fmla="*/ 3610855 w 9226208"/>
                  <a:gd name="connsiteY174" fmla="*/ 168475 h 6422006"/>
                  <a:gd name="connsiteX175" fmla="*/ 3706479 w 9226208"/>
                  <a:gd name="connsiteY175" fmla="*/ 150546 h 6422006"/>
                  <a:gd name="connsiteX176" fmla="*/ 3742338 w 9226208"/>
                  <a:gd name="connsiteY176" fmla="*/ 102734 h 6422006"/>
                  <a:gd name="connsiteX177" fmla="*/ 3790150 w 9226208"/>
                  <a:gd name="connsiteY177" fmla="*/ 72851 h 6422006"/>
                  <a:gd name="connsiteX178" fmla="*/ 3820032 w 9226208"/>
                  <a:gd name="connsiteY178" fmla="*/ 60898 h 6422006"/>
                  <a:gd name="connsiteX179" fmla="*/ 4268267 w 9226208"/>
                  <a:gd name="connsiteY179" fmla="*/ 54922 h 6422006"/>
                  <a:gd name="connsiteX180" fmla="*/ 4322055 w 9226208"/>
                  <a:gd name="connsiteY180" fmla="*/ 36993 h 6422006"/>
                  <a:gd name="connsiteX181" fmla="*/ 4369867 w 9226208"/>
                  <a:gd name="connsiteY181" fmla="*/ 19063 h 6422006"/>
                  <a:gd name="connsiteX182" fmla="*/ 4674667 w 9226208"/>
                  <a:gd name="connsiteY182" fmla="*/ 7110 h 6422006"/>
                  <a:gd name="connsiteX183" fmla="*/ 4698573 w 9226208"/>
                  <a:gd name="connsiteY183" fmla="*/ 1134 h 6422006"/>
                  <a:gd name="connsiteX184" fmla="*/ 4716503 w 9226208"/>
                  <a:gd name="connsiteY184" fmla="*/ 31016 h 6422006"/>
                  <a:gd name="connsiteX185" fmla="*/ 4794197 w 9226208"/>
                  <a:gd name="connsiteY185" fmla="*/ 84804 h 6422006"/>
                  <a:gd name="connsiteX186" fmla="*/ 5493444 w 9226208"/>
                  <a:gd name="connsiteY186" fmla="*/ 90781 h 6422006"/>
                  <a:gd name="connsiteX187" fmla="*/ 5511373 w 9226208"/>
                  <a:gd name="connsiteY187" fmla="*/ 126640 h 6422006"/>
                  <a:gd name="connsiteX188" fmla="*/ 5547232 w 9226208"/>
                  <a:gd name="connsiteY188" fmla="*/ 132616 h 6422006"/>
                  <a:gd name="connsiteX189" fmla="*/ 5589067 w 9226208"/>
                  <a:gd name="connsiteY189" fmla="*/ 144569 h 6422006"/>
                  <a:gd name="connsiteX190" fmla="*/ 5612973 w 9226208"/>
                  <a:gd name="connsiteY190" fmla="*/ 156522 h 6422006"/>
                  <a:gd name="connsiteX191" fmla="*/ 5744455 w 9226208"/>
                  <a:gd name="connsiteY191" fmla="*/ 174451 h 6422006"/>
                  <a:gd name="connsiteX192" fmla="*/ 5768361 w 9226208"/>
                  <a:gd name="connsiteY192" fmla="*/ 186404 h 6422006"/>
                  <a:gd name="connsiteX193" fmla="*/ 5899844 w 9226208"/>
                  <a:gd name="connsiteY193" fmla="*/ 204334 h 6422006"/>
                  <a:gd name="connsiteX194" fmla="*/ 5923750 w 9226208"/>
                  <a:gd name="connsiteY194" fmla="*/ 210310 h 6422006"/>
                  <a:gd name="connsiteX195" fmla="*/ 5947655 w 9226208"/>
                  <a:gd name="connsiteY195" fmla="*/ 222263 h 6422006"/>
                  <a:gd name="connsiteX196" fmla="*/ 5965585 w 9226208"/>
                  <a:gd name="connsiteY196" fmla="*/ 228240 h 6422006"/>
                  <a:gd name="connsiteX197" fmla="*/ 6001444 w 9226208"/>
                  <a:gd name="connsiteY197" fmla="*/ 246169 h 6422006"/>
                  <a:gd name="connsiteX198" fmla="*/ 6025350 w 9226208"/>
                  <a:gd name="connsiteY198" fmla="*/ 264098 h 6422006"/>
                  <a:gd name="connsiteX199" fmla="*/ 6061208 w 9226208"/>
                  <a:gd name="connsiteY199" fmla="*/ 282028 h 6422006"/>
                  <a:gd name="connsiteX200" fmla="*/ 6114997 w 9226208"/>
                  <a:gd name="connsiteY200" fmla="*/ 323863 h 6422006"/>
                  <a:gd name="connsiteX201" fmla="*/ 6150855 w 9226208"/>
                  <a:gd name="connsiteY201" fmla="*/ 341793 h 6422006"/>
                  <a:gd name="connsiteX202" fmla="*/ 6168785 w 9226208"/>
                  <a:gd name="connsiteY202" fmla="*/ 353746 h 6422006"/>
                  <a:gd name="connsiteX203" fmla="*/ 6198667 w 9226208"/>
                  <a:gd name="connsiteY203" fmla="*/ 365698 h 6422006"/>
                  <a:gd name="connsiteX204" fmla="*/ 6210620 w 9226208"/>
                  <a:gd name="connsiteY204" fmla="*/ 389604 h 6422006"/>
                  <a:gd name="connsiteX205" fmla="*/ 6228550 w 9226208"/>
                  <a:gd name="connsiteY205" fmla="*/ 395581 h 6422006"/>
                  <a:gd name="connsiteX206" fmla="*/ 6264408 w 9226208"/>
                  <a:gd name="connsiteY206" fmla="*/ 413510 h 6422006"/>
                  <a:gd name="connsiteX207" fmla="*/ 6575185 w 9226208"/>
                  <a:gd name="connsiteY207" fmla="*/ 419487 h 6422006"/>
                  <a:gd name="connsiteX208" fmla="*/ 6605067 w 9226208"/>
                  <a:gd name="connsiteY208" fmla="*/ 485228 h 6422006"/>
                  <a:gd name="connsiteX209" fmla="*/ 6640926 w 9226208"/>
                  <a:gd name="connsiteY209" fmla="*/ 497181 h 6422006"/>
                  <a:gd name="connsiteX210" fmla="*/ 6664832 w 9226208"/>
                  <a:gd name="connsiteY210" fmla="*/ 533040 h 6422006"/>
                  <a:gd name="connsiteX211" fmla="*/ 6682761 w 9226208"/>
                  <a:gd name="connsiteY211" fmla="*/ 562922 h 6422006"/>
                  <a:gd name="connsiteX212" fmla="*/ 6736550 w 9226208"/>
                  <a:gd name="connsiteY212" fmla="*/ 580851 h 6422006"/>
                  <a:gd name="connsiteX213" fmla="*/ 6754479 w 9226208"/>
                  <a:gd name="connsiteY213" fmla="*/ 622687 h 6422006"/>
                  <a:gd name="connsiteX214" fmla="*/ 6760455 w 9226208"/>
                  <a:gd name="connsiteY214" fmla="*/ 646593 h 6422006"/>
                  <a:gd name="connsiteX215" fmla="*/ 6832173 w 9226208"/>
                  <a:gd name="connsiteY215" fmla="*/ 658546 h 6422006"/>
                  <a:gd name="connsiteX216" fmla="*/ 6915844 w 9226208"/>
                  <a:gd name="connsiteY216" fmla="*/ 670498 h 6422006"/>
                  <a:gd name="connsiteX217" fmla="*/ 6957679 w 9226208"/>
                  <a:gd name="connsiteY217" fmla="*/ 682451 h 6422006"/>
                  <a:gd name="connsiteX218" fmla="*/ 6993538 w 9226208"/>
                  <a:gd name="connsiteY218" fmla="*/ 688428 h 6422006"/>
                  <a:gd name="connsiteX219" fmla="*/ 7011467 w 9226208"/>
                  <a:gd name="connsiteY219" fmla="*/ 700381 h 6422006"/>
                  <a:gd name="connsiteX220" fmla="*/ 7053303 w 9226208"/>
                  <a:gd name="connsiteY220" fmla="*/ 742216 h 6422006"/>
                  <a:gd name="connsiteX221" fmla="*/ 7083185 w 9226208"/>
                  <a:gd name="connsiteY221" fmla="*/ 754169 h 6422006"/>
                  <a:gd name="connsiteX222" fmla="*/ 7101114 w 9226208"/>
                  <a:gd name="connsiteY222" fmla="*/ 784051 h 6422006"/>
                  <a:gd name="connsiteX223" fmla="*/ 7125020 w 9226208"/>
                  <a:gd name="connsiteY223" fmla="*/ 879675 h 6422006"/>
                  <a:gd name="connsiteX224" fmla="*/ 7142950 w 9226208"/>
                  <a:gd name="connsiteY224" fmla="*/ 891628 h 6422006"/>
                  <a:gd name="connsiteX225" fmla="*/ 7148926 w 9226208"/>
                  <a:gd name="connsiteY225" fmla="*/ 909557 h 6422006"/>
                  <a:gd name="connsiteX226" fmla="*/ 7178808 w 9226208"/>
                  <a:gd name="connsiteY226" fmla="*/ 915534 h 6422006"/>
                  <a:gd name="connsiteX227" fmla="*/ 7238573 w 9226208"/>
                  <a:gd name="connsiteY227" fmla="*/ 921510 h 6422006"/>
                  <a:gd name="connsiteX228" fmla="*/ 7244550 w 9226208"/>
                  <a:gd name="connsiteY228" fmla="*/ 939440 h 6422006"/>
                  <a:gd name="connsiteX229" fmla="*/ 7298338 w 9226208"/>
                  <a:gd name="connsiteY229" fmla="*/ 957369 h 6422006"/>
                  <a:gd name="connsiteX230" fmla="*/ 7316267 w 9226208"/>
                  <a:gd name="connsiteY230" fmla="*/ 969322 h 6422006"/>
                  <a:gd name="connsiteX231" fmla="*/ 7334197 w 9226208"/>
                  <a:gd name="connsiteY231" fmla="*/ 975298 h 6422006"/>
                  <a:gd name="connsiteX232" fmla="*/ 7352126 w 9226208"/>
                  <a:gd name="connsiteY232" fmla="*/ 993228 h 6422006"/>
                  <a:gd name="connsiteX233" fmla="*/ 7393961 w 9226208"/>
                  <a:gd name="connsiteY233" fmla="*/ 1047016 h 6422006"/>
                  <a:gd name="connsiteX234" fmla="*/ 7447750 w 9226208"/>
                  <a:gd name="connsiteY234" fmla="*/ 1088851 h 6422006"/>
                  <a:gd name="connsiteX235" fmla="*/ 7453726 w 9226208"/>
                  <a:gd name="connsiteY235" fmla="*/ 1106781 h 6422006"/>
                  <a:gd name="connsiteX236" fmla="*/ 7495561 w 9226208"/>
                  <a:gd name="connsiteY236" fmla="*/ 1142640 h 6422006"/>
                  <a:gd name="connsiteX237" fmla="*/ 7513491 w 9226208"/>
                  <a:gd name="connsiteY237" fmla="*/ 1160569 h 6422006"/>
                  <a:gd name="connsiteX238" fmla="*/ 7543373 w 9226208"/>
                  <a:gd name="connsiteY238" fmla="*/ 1184475 h 6422006"/>
                  <a:gd name="connsiteX239" fmla="*/ 7579232 w 9226208"/>
                  <a:gd name="connsiteY239" fmla="*/ 1220334 h 6422006"/>
                  <a:gd name="connsiteX240" fmla="*/ 7621067 w 9226208"/>
                  <a:gd name="connsiteY240" fmla="*/ 1256193 h 6422006"/>
                  <a:gd name="connsiteX241" fmla="*/ 7638997 w 9226208"/>
                  <a:gd name="connsiteY241" fmla="*/ 1292051 h 6422006"/>
                  <a:gd name="connsiteX242" fmla="*/ 7674855 w 9226208"/>
                  <a:gd name="connsiteY242" fmla="*/ 1315957 h 6422006"/>
                  <a:gd name="connsiteX243" fmla="*/ 7728644 w 9226208"/>
                  <a:gd name="connsiteY243" fmla="*/ 1357793 h 6422006"/>
                  <a:gd name="connsiteX244" fmla="*/ 7746573 w 9226208"/>
                  <a:gd name="connsiteY244" fmla="*/ 1381698 h 6422006"/>
                  <a:gd name="connsiteX245" fmla="*/ 7776455 w 9226208"/>
                  <a:gd name="connsiteY245" fmla="*/ 1399628 h 6422006"/>
                  <a:gd name="connsiteX246" fmla="*/ 7806338 w 9226208"/>
                  <a:gd name="connsiteY246" fmla="*/ 1423534 h 6422006"/>
                  <a:gd name="connsiteX247" fmla="*/ 7812314 w 9226208"/>
                  <a:gd name="connsiteY247" fmla="*/ 1441463 h 6422006"/>
                  <a:gd name="connsiteX248" fmla="*/ 7866103 w 9226208"/>
                  <a:gd name="connsiteY248" fmla="*/ 1453416 h 6422006"/>
                  <a:gd name="connsiteX249" fmla="*/ 7890008 w 9226208"/>
                  <a:gd name="connsiteY249" fmla="*/ 1459393 h 6422006"/>
                  <a:gd name="connsiteX250" fmla="*/ 7931844 w 9226208"/>
                  <a:gd name="connsiteY250" fmla="*/ 1477322 h 6422006"/>
                  <a:gd name="connsiteX251" fmla="*/ 7949773 w 9226208"/>
                  <a:gd name="connsiteY251" fmla="*/ 1483298 h 6422006"/>
                  <a:gd name="connsiteX252" fmla="*/ 8057350 w 9226208"/>
                  <a:gd name="connsiteY252" fmla="*/ 1513181 h 6422006"/>
                  <a:gd name="connsiteX253" fmla="*/ 8069303 w 9226208"/>
                  <a:gd name="connsiteY253" fmla="*/ 1531110 h 6422006"/>
                  <a:gd name="connsiteX254" fmla="*/ 8081255 w 9226208"/>
                  <a:gd name="connsiteY254" fmla="*/ 1566969 h 6422006"/>
                  <a:gd name="connsiteX255" fmla="*/ 8099185 w 9226208"/>
                  <a:gd name="connsiteY255" fmla="*/ 1590875 h 6422006"/>
                  <a:gd name="connsiteX256" fmla="*/ 8117114 w 9226208"/>
                  <a:gd name="connsiteY256" fmla="*/ 1626734 h 6422006"/>
                  <a:gd name="connsiteX257" fmla="*/ 8123091 w 9226208"/>
                  <a:gd name="connsiteY257" fmla="*/ 1644663 h 6422006"/>
                  <a:gd name="connsiteX258" fmla="*/ 8152973 w 9226208"/>
                  <a:gd name="connsiteY258" fmla="*/ 1650640 h 6422006"/>
                  <a:gd name="connsiteX259" fmla="*/ 8194808 w 9226208"/>
                  <a:gd name="connsiteY259" fmla="*/ 1686498 h 6422006"/>
                  <a:gd name="connsiteX260" fmla="*/ 8212738 w 9226208"/>
                  <a:gd name="connsiteY260" fmla="*/ 1722357 h 6422006"/>
                  <a:gd name="connsiteX261" fmla="*/ 8242620 w 9226208"/>
                  <a:gd name="connsiteY261" fmla="*/ 1740287 h 6422006"/>
                  <a:gd name="connsiteX262" fmla="*/ 8248597 w 9226208"/>
                  <a:gd name="connsiteY262" fmla="*/ 1758216 h 6422006"/>
                  <a:gd name="connsiteX263" fmla="*/ 8254573 w 9226208"/>
                  <a:gd name="connsiteY263" fmla="*/ 1794075 h 6422006"/>
                  <a:gd name="connsiteX264" fmla="*/ 8320314 w 9226208"/>
                  <a:gd name="connsiteY264" fmla="*/ 1877746 h 6422006"/>
                  <a:gd name="connsiteX265" fmla="*/ 8344220 w 9226208"/>
                  <a:gd name="connsiteY265" fmla="*/ 1913604 h 6422006"/>
                  <a:gd name="connsiteX266" fmla="*/ 8362150 w 9226208"/>
                  <a:gd name="connsiteY266" fmla="*/ 1931534 h 6422006"/>
                  <a:gd name="connsiteX267" fmla="*/ 8386055 w 9226208"/>
                  <a:gd name="connsiteY267" fmla="*/ 1967393 h 6422006"/>
                  <a:gd name="connsiteX268" fmla="*/ 8415938 w 9226208"/>
                  <a:gd name="connsiteY268" fmla="*/ 1985322 h 6422006"/>
                  <a:gd name="connsiteX269" fmla="*/ 8457773 w 9226208"/>
                  <a:gd name="connsiteY269" fmla="*/ 2027157 h 6422006"/>
                  <a:gd name="connsiteX270" fmla="*/ 8493632 w 9226208"/>
                  <a:gd name="connsiteY270" fmla="*/ 2033134 h 6422006"/>
                  <a:gd name="connsiteX271" fmla="*/ 8535467 w 9226208"/>
                  <a:gd name="connsiteY271" fmla="*/ 2068993 h 6422006"/>
                  <a:gd name="connsiteX272" fmla="*/ 8577303 w 9226208"/>
                  <a:gd name="connsiteY272" fmla="*/ 2092898 h 6422006"/>
                  <a:gd name="connsiteX273" fmla="*/ 8601208 w 9226208"/>
                  <a:gd name="connsiteY273" fmla="*/ 2134734 h 6422006"/>
                  <a:gd name="connsiteX274" fmla="*/ 8631091 w 9226208"/>
                  <a:gd name="connsiteY274" fmla="*/ 2182546 h 6422006"/>
                  <a:gd name="connsiteX275" fmla="*/ 8649020 w 9226208"/>
                  <a:gd name="connsiteY275" fmla="*/ 2188522 h 6422006"/>
                  <a:gd name="connsiteX276" fmla="*/ 8666950 w 9226208"/>
                  <a:gd name="connsiteY276" fmla="*/ 2206451 h 6422006"/>
                  <a:gd name="connsiteX277" fmla="*/ 8678903 w 9226208"/>
                  <a:gd name="connsiteY277" fmla="*/ 2224381 h 6422006"/>
                  <a:gd name="connsiteX278" fmla="*/ 8726714 w 9226208"/>
                  <a:gd name="connsiteY278" fmla="*/ 2248287 h 6422006"/>
                  <a:gd name="connsiteX279" fmla="*/ 8762573 w 9226208"/>
                  <a:gd name="connsiteY279" fmla="*/ 2391722 h 6422006"/>
                  <a:gd name="connsiteX280" fmla="*/ 8768550 w 9226208"/>
                  <a:gd name="connsiteY280" fmla="*/ 2415628 h 6422006"/>
                  <a:gd name="connsiteX281" fmla="*/ 8786479 w 9226208"/>
                  <a:gd name="connsiteY281" fmla="*/ 2427581 h 6422006"/>
                  <a:gd name="connsiteX282" fmla="*/ 8804408 w 9226208"/>
                  <a:gd name="connsiteY282" fmla="*/ 2451487 h 6422006"/>
                  <a:gd name="connsiteX283" fmla="*/ 8810385 w 9226208"/>
                  <a:gd name="connsiteY283" fmla="*/ 2469416 h 6422006"/>
                  <a:gd name="connsiteX284" fmla="*/ 8822338 w 9226208"/>
                  <a:gd name="connsiteY284" fmla="*/ 2487346 h 6422006"/>
                  <a:gd name="connsiteX285" fmla="*/ 8828314 w 9226208"/>
                  <a:gd name="connsiteY285" fmla="*/ 2529181 h 6422006"/>
                  <a:gd name="connsiteX286" fmla="*/ 8840267 w 9226208"/>
                  <a:gd name="connsiteY286" fmla="*/ 2726404 h 6422006"/>
                  <a:gd name="connsiteX287" fmla="*/ 8858197 w 9226208"/>
                  <a:gd name="connsiteY287" fmla="*/ 2732381 h 6422006"/>
                  <a:gd name="connsiteX288" fmla="*/ 8882103 w 9226208"/>
                  <a:gd name="connsiteY288" fmla="*/ 2780193 h 6422006"/>
                  <a:gd name="connsiteX289" fmla="*/ 8894055 w 9226208"/>
                  <a:gd name="connsiteY289" fmla="*/ 2804098 h 6422006"/>
                  <a:gd name="connsiteX290" fmla="*/ 8900032 w 9226208"/>
                  <a:gd name="connsiteY290" fmla="*/ 2828004 h 6422006"/>
                  <a:gd name="connsiteX291" fmla="*/ 8917961 w 9226208"/>
                  <a:gd name="connsiteY291" fmla="*/ 2863863 h 6422006"/>
                  <a:gd name="connsiteX292" fmla="*/ 8941867 w 9226208"/>
                  <a:gd name="connsiteY292" fmla="*/ 2881793 h 6422006"/>
                  <a:gd name="connsiteX293" fmla="*/ 8953820 w 9226208"/>
                  <a:gd name="connsiteY293" fmla="*/ 2899722 h 6422006"/>
                  <a:gd name="connsiteX294" fmla="*/ 8959797 w 9226208"/>
                  <a:gd name="connsiteY294" fmla="*/ 2917651 h 6422006"/>
                  <a:gd name="connsiteX295" fmla="*/ 8977726 w 9226208"/>
                  <a:gd name="connsiteY295" fmla="*/ 2923628 h 6422006"/>
                  <a:gd name="connsiteX296" fmla="*/ 8995655 w 9226208"/>
                  <a:gd name="connsiteY296" fmla="*/ 2959487 h 6422006"/>
                  <a:gd name="connsiteX297" fmla="*/ 9001632 w 9226208"/>
                  <a:gd name="connsiteY297" fmla="*/ 2977416 h 6422006"/>
                  <a:gd name="connsiteX298" fmla="*/ 9013585 w 9226208"/>
                  <a:gd name="connsiteY298" fmla="*/ 3001322 h 6422006"/>
                  <a:gd name="connsiteX299" fmla="*/ 9049444 w 9226208"/>
                  <a:gd name="connsiteY299" fmla="*/ 3061087 h 6422006"/>
                  <a:gd name="connsiteX300" fmla="*/ 9067373 w 9226208"/>
                  <a:gd name="connsiteY300" fmla="*/ 3312098 h 6422006"/>
                  <a:gd name="connsiteX301" fmla="*/ 9073350 w 9226208"/>
                  <a:gd name="connsiteY301" fmla="*/ 3347957 h 6422006"/>
                  <a:gd name="connsiteX302" fmla="*/ 9079326 w 9226208"/>
                  <a:gd name="connsiteY302" fmla="*/ 3389793 h 6422006"/>
                  <a:gd name="connsiteX303" fmla="*/ 9115185 w 9226208"/>
                  <a:gd name="connsiteY303" fmla="*/ 3407722 h 6422006"/>
                  <a:gd name="connsiteX304" fmla="*/ 9133114 w 9226208"/>
                  <a:gd name="connsiteY304" fmla="*/ 3425651 h 6422006"/>
                  <a:gd name="connsiteX305" fmla="*/ 9145067 w 9226208"/>
                  <a:gd name="connsiteY305" fmla="*/ 3449557 h 6422006"/>
                  <a:gd name="connsiteX306" fmla="*/ 9151044 w 9226208"/>
                  <a:gd name="connsiteY306" fmla="*/ 3844004 h 6422006"/>
                  <a:gd name="connsiteX307" fmla="*/ 9168973 w 9226208"/>
                  <a:gd name="connsiteY307" fmla="*/ 3873887 h 6422006"/>
                  <a:gd name="connsiteX308" fmla="*/ 9180926 w 9226208"/>
                  <a:gd name="connsiteY308" fmla="*/ 4053181 h 6422006"/>
                  <a:gd name="connsiteX309" fmla="*/ 9186903 w 9226208"/>
                  <a:gd name="connsiteY309" fmla="*/ 4071110 h 6422006"/>
                  <a:gd name="connsiteX310" fmla="*/ 9204832 w 9226208"/>
                  <a:gd name="connsiteY310" fmla="*/ 4089040 h 6422006"/>
                  <a:gd name="connsiteX311" fmla="*/ 9210808 w 9226208"/>
                  <a:gd name="connsiteY311" fmla="*/ 4423722 h 6422006"/>
                  <a:gd name="connsiteX312" fmla="*/ 9192879 w 9226208"/>
                  <a:gd name="connsiteY312" fmla="*/ 4441651 h 6422006"/>
                  <a:gd name="connsiteX313" fmla="*/ 9186903 w 9226208"/>
                  <a:gd name="connsiteY313" fmla="*/ 4471534 h 6422006"/>
                  <a:gd name="connsiteX314" fmla="*/ 9157020 w 9226208"/>
                  <a:gd name="connsiteY314" fmla="*/ 4507393 h 6422006"/>
                  <a:gd name="connsiteX315" fmla="*/ 9139091 w 9226208"/>
                  <a:gd name="connsiteY315" fmla="*/ 4531298 h 6422006"/>
                  <a:gd name="connsiteX316" fmla="*/ 9103232 w 9226208"/>
                  <a:gd name="connsiteY316" fmla="*/ 4585087 h 6422006"/>
                  <a:gd name="connsiteX317" fmla="*/ 9079326 w 9226208"/>
                  <a:gd name="connsiteY317" fmla="*/ 4614969 h 6422006"/>
                  <a:gd name="connsiteX318" fmla="*/ 9073350 w 9226208"/>
                  <a:gd name="connsiteY318" fmla="*/ 4632898 h 6422006"/>
                  <a:gd name="connsiteX319" fmla="*/ 9025538 w 9226208"/>
                  <a:gd name="connsiteY319" fmla="*/ 4650828 h 6422006"/>
                  <a:gd name="connsiteX320" fmla="*/ 9001632 w 9226208"/>
                  <a:gd name="connsiteY320" fmla="*/ 4692663 h 6422006"/>
                  <a:gd name="connsiteX321" fmla="*/ 8965773 w 9226208"/>
                  <a:gd name="connsiteY321" fmla="*/ 4758404 h 6422006"/>
                  <a:gd name="connsiteX322" fmla="*/ 8935891 w 9226208"/>
                  <a:gd name="connsiteY322" fmla="*/ 4764381 h 6422006"/>
                  <a:gd name="connsiteX323" fmla="*/ 8846244 w 9226208"/>
                  <a:gd name="connsiteY323" fmla="*/ 4788287 h 6422006"/>
                  <a:gd name="connsiteX324" fmla="*/ 8798432 w 9226208"/>
                  <a:gd name="connsiteY324" fmla="*/ 4818169 h 6422006"/>
                  <a:gd name="connsiteX325" fmla="*/ 8768550 w 9226208"/>
                  <a:gd name="connsiteY325" fmla="*/ 4824146 h 6422006"/>
                  <a:gd name="connsiteX326" fmla="*/ 8643044 w 9226208"/>
                  <a:gd name="connsiteY326" fmla="*/ 4871957 h 6422006"/>
                  <a:gd name="connsiteX327" fmla="*/ 8595232 w 9226208"/>
                  <a:gd name="connsiteY327" fmla="*/ 4883910 h 6422006"/>
                  <a:gd name="connsiteX328" fmla="*/ 8547420 w 9226208"/>
                  <a:gd name="connsiteY328" fmla="*/ 4913793 h 6422006"/>
                  <a:gd name="connsiteX329" fmla="*/ 8517538 w 9226208"/>
                  <a:gd name="connsiteY329" fmla="*/ 4919769 h 6422006"/>
                  <a:gd name="connsiteX330" fmla="*/ 8403985 w 9226208"/>
                  <a:gd name="connsiteY330" fmla="*/ 4937698 h 6422006"/>
                  <a:gd name="connsiteX331" fmla="*/ 7782432 w 9226208"/>
                  <a:gd name="connsiteY331" fmla="*/ 4955628 h 6422006"/>
                  <a:gd name="connsiteX332" fmla="*/ 7483608 w 9226208"/>
                  <a:gd name="connsiteY332" fmla="*/ 4973557 h 6422006"/>
                  <a:gd name="connsiteX333" fmla="*/ 7393961 w 9226208"/>
                  <a:gd name="connsiteY333" fmla="*/ 4991487 h 6422006"/>
                  <a:gd name="connsiteX334" fmla="*/ 6844126 w 9226208"/>
                  <a:gd name="connsiteY334" fmla="*/ 5003440 h 6422006"/>
                  <a:gd name="connsiteX335" fmla="*/ 6796314 w 9226208"/>
                  <a:gd name="connsiteY335" fmla="*/ 5027346 h 6422006"/>
                  <a:gd name="connsiteX336" fmla="*/ 6778385 w 9226208"/>
                  <a:gd name="connsiteY336" fmla="*/ 5033322 h 6422006"/>
                  <a:gd name="connsiteX337" fmla="*/ 6730573 w 9226208"/>
                  <a:gd name="connsiteY337" fmla="*/ 5045275 h 6422006"/>
                  <a:gd name="connsiteX338" fmla="*/ 6682761 w 9226208"/>
                  <a:gd name="connsiteY338" fmla="*/ 5069181 h 6422006"/>
                  <a:gd name="connsiteX339" fmla="*/ 6664832 w 9226208"/>
                  <a:gd name="connsiteY339" fmla="*/ 5081134 h 6422006"/>
                  <a:gd name="connsiteX340" fmla="*/ 6634950 w 9226208"/>
                  <a:gd name="connsiteY340" fmla="*/ 5087110 h 6422006"/>
                  <a:gd name="connsiteX341" fmla="*/ 6545303 w 9226208"/>
                  <a:gd name="connsiteY341" fmla="*/ 5105040 h 6422006"/>
                  <a:gd name="connsiteX342" fmla="*/ 6527373 w 9226208"/>
                  <a:gd name="connsiteY342" fmla="*/ 5116993 h 6422006"/>
                  <a:gd name="connsiteX343" fmla="*/ 6455655 w 9226208"/>
                  <a:gd name="connsiteY343" fmla="*/ 5128946 h 6422006"/>
                  <a:gd name="connsiteX344" fmla="*/ 6425773 w 9226208"/>
                  <a:gd name="connsiteY344" fmla="*/ 5200663 h 6422006"/>
                  <a:gd name="connsiteX345" fmla="*/ 6389914 w 9226208"/>
                  <a:gd name="connsiteY345" fmla="*/ 5218593 h 6422006"/>
                  <a:gd name="connsiteX346" fmla="*/ 6294291 w 9226208"/>
                  <a:gd name="connsiteY346" fmla="*/ 5224569 h 6422006"/>
                  <a:gd name="connsiteX347" fmla="*/ 5899844 w 9226208"/>
                  <a:gd name="connsiteY347" fmla="*/ 5236522 h 6422006"/>
                  <a:gd name="connsiteX348" fmla="*/ 5487467 w 9226208"/>
                  <a:gd name="connsiteY348" fmla="*/ 5260428 h 6422006"/>
                  <a:gd name="connsiteX349" fmla="*/ 5463561 w 9226208"/>
                  <a:gd name="connsiteY349" fmla="*/ 5272381 h 6422006"/>
                  <a:gd name="connsiteX350" fmla="*/ 5385867 w 9226208"/>
                  <a:gd name="connsiteY350" fmla="*/ 5290310 h 6422006"/>
                  <a:gd name="connsiteX351" fmla="*/ 5361961 w 9226208"/>
                  <a:gd name="connsiteY351" fmla="*/ 5308240 h 6422006"/>
                  <a:gd name="connsiteX352" fmla="*/ 5344032 w 9226208"/>
                  <a:gd name="connsiteY352" fmla="*/ 5326169 h 6422006"/>
                  <a:gd name="connsiteX353" fmla="*/ 5314150 w 9226208"/>
                  <a:gd name="connsiteY353" fmla="*/ 5332146 h 6422006"/>
                  <a:gd name="connsiteX354" fmla="*/ 5290244 w 9226208"/>
                  <a:gd name="connsiteY354" fmla="*/ 5350075 h 6422006"/>
                  <a:gd name="connsiteX355" fmla="*/ 5272314 w 9226208"/>
                  <a:gd name="connsiteY355" fmla="*/ 5368004 h 6422006"/>
                  <a:gd name="connsiteX356" fmla="*/ 5218526 w 9226208"/>
                  <a:gd name="connsiteY356" fmla="*/ 5391910 h 6422006"/>
                  <a:gd name="connsiteX357" fmla="*/ 5164738 w 9226208"/>
                  <a:gd name="connsiteY357" fmla="*/ 5415816 h 6422006"/>
                  <a:gd name="connsiteX358" fmla="*/ 5116926 w 9226208"/>
                  <a:gd name="connsiteY358" fmla="*/ 5427769 h 6422006"/>
                  <a:gd name="connsiteX359" fmla="*/ 5087044 w 9226208"/>
                  <a:gd name="connsiteY359" fmla="*/ 5439722 h 6422006"/>
                  <a:gd name="connsiteX360" fmla="*/ 4985444 w 9226208"/>
                  <a:gd name="connsiteY360" fmla="*/ 5463628 h 6422006"/>
                  <a:gd name="connsiteX361" fmla="*/ 4967514 w 9226208"/>
                  <a:gd name="connsiteY361" fmla="*/ 5475581 h 6422006"/>
                  <a:gd name="connsiteX362" fmla="*/ 4949585 w 9226208"/>
                  <a:gd name="connsiteY362" fmla="*/ 5481557 h 6422006"/>
                  <a:gd name="connsiteX363" fmla="*/ 4955561 w 9226208"/>
                  <a:gd name="connsiteY363" fmla="*/ 5607063 h 6422006"/>
                  <a:gd name="connsiteX364" fmla="*/ 4925679 w 9226208"/>
                  <a:gd name="connsiteY364" fmla="*/ 5660851 h 6422006"/>
                  <a:gd name="connsiteX365" fmla="*/ 4836032 w 9226208"/>
                  <a:gd name="connsiteY365" fmla="*/ 5672804 h 6422006"/>
                  <a:gd name="connsiteX366" fmla="*/ 4608926 w 9226208"/>
                  <a:gd name="connsiteY366" fmla="*/ 5678781 h 6422006"/>
                  <a:gd name="connsiteX367" fmla="*/ 4579044 w 9226208"/>
                  <a:gd name="connsiteY367" fmla="*/ 5690734 h 6422006"/>
                  <a:gd name="connsiteX368" fmla="*/ 4561114 w 9226208"/>
                  <a:gd name="connsiteY368" fmla="*/ 5714640 h 6422006"/>
                  <a:gd name="connsiteX369" fmla="*/ 4543185 w 9226208"/>
                  <a:gd name="connsiteY369" fmla="*/ 5726593 h 6422006"/>
                  <a:gd name="connsiteX370" fmla="*/ 4483420 w 9226208"/>
                  <a:gd name="connsiteY370" fmla="*/ 5822216 h 6422006"/>
                  <a:gd name="connsiteX371" fmla="*/ 4465491 w 9226208"/>
                  <a:gd name="connsiteY371" fmla="*/ 5834169 h 6422006"/>
                  <a:gd name="connsiteX372" fmla="*/ 4411703 w 9226208"/>
                  <a:gd name="connsiteY372" fmla="*/ 5864051 h 6422006"/>
                  <a:gd name="connsiteX373" fmla="*/ 4405726 w 9226208"/>
                  <a:gd name="connsiteY373" fmla="*/ 5887957 h 6422006"/>
                  <a:gd name="connsiteX374" fmla="*/ 4316079 w 9226208"/>
                  <a:gd name="connsiteY374" fmla="*/ 5923816 h 6422006"/>
                  <a:gd name="connsiteX375" fmla="*/ 4268267 w 9226208"/>
                  <a:gd name="connsiteY375" fmla="*/ 5935769 h 6422006"/>
                  <a:gd name="connsiteX376" fmla="*/ 4214479 w 9226208"/>
                  <a:gd name="connsiteY376" fmla="*/ 5947722 h 6422006"/>
                  <a:gd name="connsiteX377" fmla="*/ 4160691 w 9226208"/>
                  <a:gd name="connsiteY377" fmla="*/ 6007487 h 6422006"/>
                  <a:gd name="connsiteX378" fmla="*/ 4106903 w 9226208"/>
                  <a:gd name="connsiteY378" fmla="*/ 6049322 h 6422006"/>
                  <a:gd name="connsiteX379" fmla="*/ 4071044 w 9226208"/>
                  <a:gd name="connsiteY379" fmla="*/ 6085181 h 6422006"/>
                  <a:gd name="connsiteX380" fmla="*/ 4023232 w 9226208"/>
                  <a:gd name="connsiteY380" fmla="*/ 6103110 h 6422006"/>
                  <a:gd name="connsiteX381" fmla="*/ 3975420 w 9226208"/>
                  <a:gd name="connsiteY381" fmla="*/ 6109087 h 6422006"/>
                  <a:gd name="connsiteX382" fmla="*/ 3951514 w 9226208"/>
                  <a:gd name="connsiteY382" fmla="*/ 6115063 h 6422006"/>
                  <a:gd name="connsiteX383" fmla="*/ 3909679 w 9226208"/>
                  <a:gd name="connsiteY383" fmla="*/ 6156898 h 6422006"/>
                  <a:gd name="connsiteX384" fmla="*/ 3873820 w 9226208"/>
                  <a:gd name="connsiteY384" fmla="*/ 6186781 h 6422006"/>
                  <a:gd name="connsiteX385" fmla="*/ 3855891 w 9226208"/>
                  <a:gd name="connsiteY385" fmla="*/ 6204710 h 6422006"/>
                  <a:gd name="connsiteX386" fmla="*/ 3802103 w 9226208"/>
                  <a:gd name="connsiteY386" fmla="*/ 6222640 h 6422006"/>
                  <a:gd name="connsiteX387" fmla="*/ 3784173 w 9226208"/>
                  <a:gd name="connsiteY387" fmla="*/ 6240569 h 6422006"/>
                  <a:gd name="connsiteX388" fmla="*/ 3772220 w 9226208"/>
                  <a:gd name="connsiteY388" fmla="*/ 6258498 h 6422006"/>
                  <a:gd name="connsiteX389" fmla="*/ 3742338 w 9226208"/>
                  <a:gd name="connsiteY389" fmla="*/ 6270451 h 6422006"/>
                  <a:gd name="connsiteX390" fmla="*/ 3718432 w 9226208"/>
                  <a:gd name="connsiteY390" fmla="*/ 6282404 h 6422006"/>
                  <a:gd name="connsiteX391" fmla="*/ 3700503 w 9226208"/>
                  <a:gd name="connsiteY391" fmla="*/ 6294357 h 6422006"/>
                  <a:gd name="connsiteX392" fmla="*/ 3616832 w 9226208"/>
                  <a:gd name="connsiteY392" fmla="*/ 6300334 h 6422006"/>
                  <a:gd name="connsiteX393" fmla="*/ 3586950 w 9226208"/>
                  <a:gd name="connsiteY393" fmla="*/ 6312287 h 6422006"/>
                  <a:gd name="connsiteX394" fmla="*/ 3563044 w 9226208"/>
                  <a:gd name="connsiteY394" fmla="*/ 6318263 h 6422006"/>
                  <a:gd name="connsiteX395" fmla="*/ 3551091 w 9226208"/>
                  <a:gd name="connsiteY395" fmla="*/ 6342169 h 6422006"/>
                  <a:gd name="connsiteX396" fmla="*/ 3515232 w 9226208"/>
                  <a:gd name="connsiteY396" fmla="*/ 6354122 h 6422006"/>
                  <a:gd name="connsiteX397" fmla="*/ 3491326 w 9226208"/>
                  <a:gd name="connsiteY397" fmla="*/ 6372051 h 6422006"/>
                  <a:gd name="connsiteX398" fmla="*/ 2959420 w 9226208"/>
                  <a:gd name="connsiteY398" fmla="*/ 6378028 h 6422006"/>
                  <a:gd name="connsiteX399" fmla="*/ 2911608 w 9226208"/>
                  <a:gd name="connsiteY399" fmla="*/ 6354122 h 6422006"/>
                  <a:gd name="connsiteX400" fmla="*/ 2869773 w 9226208"/>
                  <a:gd name="connsiteY400" fmla="*/ 6312287 h 6422006"/>
                  <a:gd name="connsiteX401" fmla="*/ 2851844 w 9226208"/>
                  <a:gd name="connsiteY401" fmla="*/ 6300334 h 6422006"/>
                  <a:gd name="connsiteX402" fmla="*/ 2827938 w 9226208"/>
                  <a:gd name="connsiteY402" fmla="*/ 6282404 h 6422006"/>
                  <a:gd name="connsiteX403" fmla="*/ 2810008 w 9226208"/>
                  <a:gd name="connsiteY403" fmla="*/ 6276428 h 6422006"/>
                  <a:gd name="connsiteX404" fmla="*/ 2780126 w 9226208"/>
                  <a:gd name="connsiteY404" fmla="*/ 6264475 h 6422006"/>
                  <a:gd name="connsiteX405" fmla="*/ 2756220 w 9226208"/>
                  <a:gd name="connsiteY405" fmla="*/ 6246546 h 6422006"/>
                  <a:gd name="connsiteX406" fmla="*/ 2738291 w 9226208"/>
                  <a:gd name="connsiteY406" fmla="*/ 6228616 h 6422006"/>
                  <a:gd name="connsiteX407" fmla="*/ 2696455 w 9226208"/>
                  <a:gd name="connsiteY407" fmla="*/ 6222640 h 6422006"/>
                  <a:gd name="connsiteX408" fmla="*/ 2678526 w 9226208"/>
                  <a:gd name="connsiteY408" fmla="*/ 6210687 h 6422006"/>
                  <a:gd name="connsiteX409" fmla="*/ 2600832 w 9226208"/>
                  <a:gd name="connsiteY409" fmla="*/ 6186781 h 6422006"/>
                  <a:gd name="connsiteX410" fmla="*/ 2558997 w 9226208"/>
                  <a:gd name="connsiteY410" fmla="*/ 6168851 h 6422006"/>
                  <a:gd name="connsiteX411" fmla="*/ 2541067 w 9226208"/>
                  <a:gd name="connsiteY411" fmla="*/ 6162875 h 6422006"/>
                  <a:gd name="connsiteX412" fmla="*/ 2505208 w 9226208"/>
                  <a:gd name="connsiteY412" fmla="*/ 6132993 h 6422006"/>
                  <a:gd name="connsiteX413" fmla="*/ 2391655 w 9226208"/>
                  <a:gd name="connsiteY413" fmla="*/ 6103110 h 6422006"/>
                  <a:gd name="connsiteX414" fmla="*/ 2337867 w 9226208"/>
                  <a:gd name="connsiteY414" fmla="*/ 6049322 h 6422006"/>
                  <a:gd name="connsiteX415" fmla="*/ 2313961 w 9226208"/>
                  <a:gd name="connsiteY415" fmla="*/ 6007487 h 6422006"/>
                  <a:gd name="connsiteX416" fmla="*/ 2307985 w 9226208"/>
                  <a:gd name="connsiteY416" fmla="*/ 5989557 h 6422006"/>
                  <a:gd name="connsiteX417" fmla="*/ 2242244 w 9226208"/>
                  <a:gd name="connsiteY417" fmla="*/ 5923816 h 6422006"/>
                  <a:gd name="connsiteX418" fmla="*/ 2200408 w 9226208"/>
                  <a:gd name="connsiteY418" fmla="*/ 5876004 h 6422006"/>
                  <a:gd name="connsiteX419" fmla="*/ 2194432 w 9226208"/>
                  <a:gd name="connsiteY419" fmla="*/ 5858075 h 6422006"/>
                  <a:gd name="connsiteX420" fmla="*/ 2164550 w 9226208"/>
                  <a:gd name="connsiteY420" fmla="*/ 5840146 h 6422006"/>
                  <a:gd name="connsiteX421" fmla="*/ 2146620 w 9226208"/>
                  <a:gd name="connsiteY421" fmla="*/ 5822216 h 6422006"/>
                  <a:gd name="connsiteX422" fmla="*/ 2140644 w 9226208"/>
                  <a:gd name="connsiteY422" fmla="*/ 5786357 h 6422006"/>
                  <a:gd name="connsiteX423" fmla="*/ 2122714 w 9226208"/>
                  <a:gd name="connsiteY423" fmla="*/ 5762451 h 6422006"/>
                  <a:gd name="connsiteX424" fmla="*/ 2116738 w 9226208"/>
                  <a:gd name="connsiteY424" fmla="*/ 5744522 h 6422006"/>
                  <a:gd name="connsiteX425" fmla="*/ 2098808 w 9226208"/>
                  <a:gd name="connsiteY425" fmla="*/ 5726593 h 6422006"/>
                  <a:gd name="connsiteX426" fmla="*/ 2068926 w 9226208"/>
                  <a:gd name="connsiteY426" fmla="*/ 5684757 h 6422006"/>
                  <a:gd name="connsiteX427" fmla="*/ 2050997 w 9226208"/>
                  <a:gd name="connsiteY427" fmla="*/ 5630969 h 6422006"/>
                  <a:gd name="connsiteX428" fmla="*/ 2045020 w 9226208"/>
                  <a:gd name="connsiteY428" fmla="*/ 5607063 h 6422006"/>
                  <a:gd name="connsiteX429" fmla="*/ 2033067 w 9226208"/>
                  <a:gd name="connsiteY429" fmla="*/ 5577181 h 6422006"/>
                  <a:gd name="connsiteX430" fmla="*/ 2027091 w 9226208"/>
                  <a:gd name="connsiteY430" fmla="*/ 5553275 h 6422006"/>
                  <a:gd name="connsiteX431" fmla="*/ 1997208 w 9226208"/>
                  <a:gd name="connsiteY431" fmla="*/ 5499487 h 6422006"/>
                  <a:gd name="connsiteX432" fmla="*/ 1991232 w 9226208"/>
                  <a:gd name="connsiteY432" fmla="*/ 5481557 h 6422006"/>
                  <a:gd name="connsiteX433" fmla="*/ 1985255 w 9226208"/>
                  <a:gd name="connsiteY433" fmla="*/ 5457651 h 6422006"/>
                  <a:gd name="connsiteX434" fmla="*/ 1967326 w 9226208"/>
                  <a:gd name="connsiteY434" fmla="*/ 5451675 h 6422006"/>
                  <a:gd name="connsiteX435" fmla="*/ 1937444 w 9226208"/>
                  <a:gd name="connsiteY435" fmla="*/ 5397887 h 6422006"/>
                  <a:gd name="connsiteX436" fmla="*/ 1913538 w 9226208"/>
                  <a:gd name="connsiteY436" fmla="*/ 5362028 h 6422006"/>
                  <a:gd name="connsiteX437" fmla="*/ 1907561 w 9226208"/>
                  <a:gd name="connsiteY437" fmla="*/ 5344098 h 6422006"/>
                  <a:gd name="connsiteX438" fmla="*/ 1889632 w 9226208"/>
                  <a:gd name="connsiteY438" fmla="*/ 5320193 h 6422006"/>
                  <a:gd name="connsiteX439" fmla="*/ 1889632 w 9226208"/>
                  <a:gd name="connsiteY439" fmla="*/ 5320193 h 6422006"/>
                  <a:gd name="connsiteX0" fmla="*/ 1811938 w 9226208"/>
                  <a:gd name="connsiteY0" fmla="*/ 5308240 h 6422006"/>
                  <a:gd name="connsiteX1" fmla="*/ 1811938 w 9226208"/>
                  <a:gd name="connsiteY1" fmla="*/ 5308240 h 6422006"/>
                  <a:gd name="connsiteX2" fmla="*/ 1746197 w 9226208"/>
                  <a:gd name="connsiteY2" fmla="*/ 5320193 h 6422006"/>
                  <a:gd name="connsiteX3" fmla="*/ 1483232 w 9226208"/>
                  <a:gd name="connsiteY3" fmla="*/ 5308240 h 6422006"/>
                  <a:gd name="connsiteX4" fmla="*/ 1453350 w 9226208"/>
                  <a:gd name="connsiteY4" fmla="*/ 5284334 h 6422006"/>
                  <a:gd name="connsiteX5" fmla="*/ 1435420 w 9226208"/>
                  <a:gd name="connsiteY5" fmla="*/ 5266404 h 6422006"/>
                  <a:gd name="connsiteX6" fmla="*/ 1417491 w 9226208"/>
                  <a:gd name="connsiteY6" fmla="*/ 5254451 h 6422006"/>
                  <a:gd name="connsiteX7" fmla="*/ 1405538 w 9226208"/>
                  <a:gd name="connsiteY7" fmla="*/ 5236522 h 6422006"/>
                  <a:gd name="connsiteX8" fmla="*/ 1399561 w 9226208"/>
                  <a:gd name="connsiteY8" fmla="*/ 5218593 h 6422006"/>
                  <a:gd name="connsiteX9" fmla="*/ 1363703 w 9226208"/>
                  <a:gd name="connsiteY9" fmla="*/ 5188710 h 6422006"/>
                  <a:gd name="connsiteX10" fmla="*/ 1327844 w 9226208"/>
                  <a:gd name="connsiteY10" fmla="*/ 5158828 h 6422006"/>
                  <a:gd name="connsiteX11" fmla="*/ 1309914 w 9226208"/>
                  <a:gd name="connsiteY11" fmla="*/ 5140898 h 6422006"/>
                  <a:gd name="connsiteX12" fmla="*/ 1286008 w 9226208"/>
                  <a:gd name="connsiteY12" fmla="*/ 5111016 h 6422006"/>
                  <a:gd name="connsiteX13" fmla="*/ 1268079 w 9226208"/>
                  <a:gd name="connsiteY13" fmla="*/ 5093087 h 6422006"/>
                  <a:gd name="connsiteX14" fmla="*/ 1226244 w 9226208"/>
                  <a:gd name="connsiteY14" fmla="*/ 5075157 h 6422006"/>
                  <a:gd name="connsiteX15" fmla="*/ 1184408 w 9226208"/>
                  <a:gd name="connsiteY15" fmla="*/ 5057228 h 6422006"/>
                  <a:gd name="connsiteX16" fmla="*/ 1112691 w 9226208"/>
                  <a:gd name="connsiteY16" fmla="*/ 5051251 h 6422006"/>
                  <a:gd name="connsiteX17" fmla="*/ 1058903 w 9226208"/>
                  <a:gd name="connsiteY17" fmla="*/ 5027346 h 6422006"/>
                  <a:gd name="connsiteX18" fmla="*/ 993161 w 9226208"/>
                  <a:gd name="connsiteY18" fmla="*/ 5021369 h 6422006"/>
                  <a:gd name="connsiteX19" fmla="*/ 933397 w 9226208"/>
                  <a:gd name="connsiteY19" fmla="*/ 5003440 h 6422006"/>
                  <a:gd name="connsiteX20" fmla="*/ 915467 w 9226208"/>
                  <a:gd name="connsiteY20" fmla="*/ 4991487 h 6422006"/>
                  <a:gd name="connsiteX21" fmla="*/ 885585 w 9226208"/>
                  <a:gd name="connsiteY21" fmla="*/ 4985510 h 6422006"/>
                  <a:gd name="connsiteX22" fmla="*/ 873632 w 9226208"/>
                  <a:gd name="connsiteY22" fmla="*/ 4967581 h 6422006"/>
                  <a:gd name="connsiteX23" fmla="*/ 855703 w 9226208"/>
                  <a:gd name="connsiteY23" fmla="*/ 4961604 h 6422006"/>
                  <a:gd name="connsiteX24" fmla="*/ 843750 w 9226208"/>
                  <a:gd name="connsiteY24" fmla="*/ 4943675 h 6422006"/>
                  <a:gd name="connsiteX25" fmla="*/ 837773 w 9226208"/>
                  <a:gd name="connsiteY25" fmla="*/ 4925746 h 6422006"/>
                  <a:gd name="connsiteX26" fmla="*/ 819844 w 9226208"/>
                  <a:gd name="connsiteY26" fmla="*/ 4919769 h 6422006"/>
                  <a:gd name="connsiteX27" fmla="*/ 783985 w 9226208"/>
                  <a:gd name="connsiteY27" fmla="*/ 4901840 h 6422006"/>
                  <a:gd name="connsiteX28" fmla="*/ 766055 w 9226208"/>
                  <a:gd name="connsiteY28" fmla="*/ 4889887 h 6422006"/>
                  <a:gd name="connsiteX29" fmla="*/ 742150 w 9226208"/>
                  <a:gd name="connsiteY29" fmla="*/ 4854028 h 6422006"/>
                  <a:gd name="connsiteX30" fmla="*/ 658479 w 9226208"/>
                  <a:gd name="connsiteY30" fmla="*/ 4836098 h 6422006"/>
                  <a:gd name="connsiteX31" fmla="*/ 622620 w 9226208"/>
                  <a:gd name="connsiteY31" fmla="*/ 4830122 h 6422006"/>
                  <a:gd name="connsiteX32" fmla="*/ 580785 w 9226208"/>
                  <a:gd name="connsiteY32" fmla="*/ 4806216 h 6422006"/>
                  <a:gd name="connsiteX33" fmla="*/ 532973 w 9226208"/>
                  <a:gd name="connsiteY33" fmla="*/ 4788287 h 6422006"/>
                  <a:gd name="connsiteX34" fmla="*/ 509067 w 9226208"/>
                  <a:gd name="connsiteY34" fmla="*/ 4758404 h 6422006"/>
                  <a:gd name="connsiteX35" fmla="*/ 473208 w 9226208"/>
                  <a:gd name="connsiteY35" fmla="*/ 4722546 h 6422006"/>
                  <a:gd name="connsiteX36" fmla="*/ 419420 w 9226208"/>
                  <a:gd name="connsiteY36" fmla="*/ 4710593 h 6422006"/>
                  <a:gd name="connsiteX37" fmla="*/ 407467 w 9226208"/>
                  <a:gd name="connsiteY37" fmla="*/ 4680710 h 6422006"/>
                  <a:gd name="connsiteX38" fmla="*/ 389538 w 9226208"/>
                  <a:gd name="connsiteY38" fmla="*/ 4674734 h 6422006"/>
                  <a:gd name="connsiteX39" fmla="*/ 341726 w 9226208"/>
                  <a:gd name="connsiteY39" fmla="*/ 4644851 h 6422006"/>
                  <a:gd name="connsiteX40" fmla="*/ 317820 w 9226208"/>
                  <a:gd name="connsiteY40" fmla="*/ 4620946 h 6422006"/>
                  <a:gd name="connsiteX41" fmla="*/ 311844 w 9226208"/>
                  <a:gd name="connsiteY41" fmla="*/ 4597040 h 6422006"/>
                  <a:gd name="connsiteX42" fmla="*/ 275985 w 9226208"/>
                  <a:gd name="connsiteY42" fmla="*/ 4567157 h 6422006"/>
                  <a:gd name="connsiteX43" fmla="*/ 222197 w 9226208"/>
                  <a:gd name="connsiteY43" fmla="*/ 4507393 h 6422006"/>
                  <a:gd name="connsiteX44" fmla="*/ 216220 w 9226208"/>
                  <a:gd name="connsiteY44" fmla="*/ 4489463 h 6422006"/>
                  <a:gd name="connsiteX45" fmla="*/ 180361 w 9226208"/>
                  <a:gd name="connsiteY45" fmla="*/ 4465557 h 6422006"/>
                  <a:gd name="connsiteX46" fmla="*/ 162432 w 9226208"/>
                  <a:gd name="connsiteY46" fmla="*/ 4447628 h 6422006"/>
                  <a:gd name="connsiteX47" fmla="*/ 144503 w 9226208"/>
                  <a:gd name="connsiteY47" fmla="*/ 4381887 h 6422006"/>
                  <a:gd name="connsiteX48" fmla="*/ 126573 w 9226208"/>
                  <a:gd name="connsiteY48" fmla="*/ 4340051 h 6422006"/>
                  <a:gd name="connsiteX49" fmla="*/ 96691 w 9226208"/>
                  <a:gd name="connsiteY49" fmla="*/ 4100993 h 6422006"/>
                  <a:gd name="connsiteX50" fmla="*/ 78761 w 9226208"/>
                  <a:gd name="connsiteY50" fmla="*/ 4083063 h 6422006"/>
                  <a:gd name="connsiteX51" fmla="*/ 72785 w 9226208"/>
                  <a:gd name="connsiteY51" fmla="*/ 4053181 h 6422006"/>
                  <a:gd name="connsiteX52" fmla="*/ 48879 w 9226208"/>
                  <a:gd name="connsiteY52" fmla="*/ 4011346 h 6422006"/>
                  <a:gd name="connsiteX53" fmla="*/ 24973 w 9226208"/>
                  <a:gd name="connsiteY53" fmla="*/ 3909746 h 6422006"/>
                  <a:gd name="connsiteX54" fmla="*/ 13020 w 9226208"/>
                  <a:gd name="connsiteY54" fmla="*/ 3891816 h 6422006"/>
                  <a:gd name="connsiteX55" fmla="*/ 18997 w 9226208"/>
                  <a:gd name="connsiteY55" fmla="*/ 3090969 h 6422006"/>
                  <a:gd name="connsiteX56" fmla="*/ 54855 w 9226208"/>
                  <a:gd name="connsiteY56" fmla="*/ 3037181 h 6422006"/>
                  <a:gd name="connsiteX57" fmla="*/ 84738 w 9226208"/>
                  <a:gd name="connsiteY57" fmla="*/ 2947534 h 6422006"/>
                  <a:gd name="connsiteX58" fmla="*/ 102667 w 9226208"/>
                  <a:gd name="connsiteY58" fmla="*/ 2881793 h 6422006"/>
                  <a:gd name="connsiteX59" fmla="*/ 108644 w 9226208"/>
                  <a:gd name="connsiteY59" fmla="*/ 2839957 h 6422006"/>
                  <a:gd name="connsiteX60" fmla="*/ 126573 w 9226208"/>
                  <a:gd name="connsiteY60" fmla="*/ 2822028 h 6422006"/>
                  <a:gd name="connsiteX61" fmla="*/ 174385 w 9226208"/>
                  <a:gd name="connsiteY61" fmla="*/ 2756287 h 6422006"/>
                  <a:gd name="connsiteX62" fmla="*/ 192314 w 9226208"/>
                  <a:gd name="connsiteY62" fmla="*/ 2714451 h 6422006"/>
                  <a:gd name="connsiteX63" fmla="*/ 210244 w 9226208"/>
                  <a:gd name="connsiteY63" fmla="*/ 2696522 h 6422006"/>
                  <a:gd name="connsiteX64" fmla="*/ 228173 w 9226208"/>
                  <a:gd name="connsiteY64" fmla="*/ 2654687 h 6422006"/>
                  <a:gd name="connsiteX65" fmla="*/ 246103 w 9226208"/>
                  <a:gd name="connsiteY65" fmla="*/ 2642734 h 6422006"/>
                  <a:gd name="connsiteX66" fmla="*/ 264032 w 9226208"/>
                  <a:gd name="connsiteY66" fmla="*/ 2624804 h 6422006"/>
                  <a:gd name="connsiteX67" fmla="*/ 305867 w 9226208"/>
                  <a:gd name="connsiteY67" fmla="*/ 2576993 h 6422006"/>
                  <a:gd name="connsiteX68" fmla="*/ 335750 w 9226208"/>
                  <a:gd name="connsiteY68" fmla="*/ 2493322 h 6422006"/>
                  <a:gd name="connsiteX69" fmla="*/ 359655 w 9226208"/>
                  <a:gd name="connsiteY69" fmla="*/ 2457463 h 6422006"/>
                  <a:gd name="connsiteX70" fmla="*/ 365632 w 9226208"/>
                  <a:gd name="connsiteY70" fmla="*/ 2409651 h 6422006"/>
                  <a:gd name="connsiteX71" fmla="*/ 383561 w 9226208"/>
                  <a:gd name="connsiteY71" fmla="*/ 2391722 h 6422006"/>
                  <a:gd name="connsiteX72" fmla="*/ 419420 w 9226208"/>
                  <a:gd name="connsiteY72" fmla="*/ 2355863 h 6422006"/>
                  <a:gd name="connsiteX73" fmla="*/ 461255 w 9226208"/>
                  <a:gd name="connsiteY73" fmla="*/ 2296098 h 6422006"/>
                  <a:gd name="connsiteX74" fmla="*/ 479185 w 9226208"/>
                  <a:gd name="connsiteY74" fmla="*/ 2260240 h 6422006"/>
                  <a:gd name="connsiteX75" fmla="*/ 509067 w 9226208"/>
                  <a:gd name="connsiteY75" fmla="*/ 2224381 h 6422006"/>
                  <a:gd name="connsiteX76" fmla="*/ 538950 w 9226208"/>
                  <a:gd name="connsiteY76" fmla="*/ 2194498 h 6422006"/>
                  <a:gd name="connsiteX77" fmla="*/ 568832 w 9226208"/>
                  <a:gd name="connsiteY77" fmla="*/ 2134734 h 6422006"/>
                  <a:gd name="connsiteX78" fmla="*/ 622620 w 9226208"/>
                  <a:gd name="connsiteY78" fmla="*/ 2080946 h 6422006"/>
                  <a:gd name="connsiteX79" fmla="*/ 676408 w 9226208"/>
                  <a:gd name="connsiteY79" fmla="*/ 1997275 h 6422006"/>
                  <a:gd name="connsiteX80" fmla="*/ 718244 w 9226208"/>
                  <a:gd name="connsiteY80" fmla="*/ 1949463 h 6422006"/>
                  <a:gd name="connsiteX81" fmla="*/ 754103 w 9226208"/>
                  <a:gd name="connsiteY81" fmla="*/ 1913604 h 6422006"/>
                  <a:gd name="connsiteX82" fmla="*/ 778008 w 9226208"/>
                  <a:gd name="connsiteY82" fmla="*/ 1877746 h 6422006"/>
                  <a:gd name="connsiteX83" fmla="*/ 801914 w 9226208"/>
                  <a:gd name="connsiteY83" fmla="*/ 1853840 h 6422006"/>
                  <a:gd name="connsiteX84" fmla="*/ 813867 w 9226208"/>
                  <a:gd name="connsiteY84" fmla="*/ 1835910 h 6422006"/>
                  <a:gd name="connsiteX85" fmla="*/ 849726 w 9226208"/>
                  <a:gd name="connsiteY85" fmla="*/ 1800051 h 6422006"/>
                  <a:gd name="connsiteX86" fmla="*/ 867655 w 9226208"/>
                  <a:gd name="connsiteY86" fmla="*/ 1776146 h 6422006"/>
                  <a:gd name="connsiteX87" fmla="*/ 891561 w 9226208"/>
                  <a:gd name="connsiteY87" fmla="*/ 1764193 h 6422006"/>
                  <a:gd name="connsiteX88" fmla="*/ 903514 w 9226208"/>
                  <a:gd name="connsiteY88" fmla="*/ 1746263 h 6422006"/>
                  <a:gd name="connsiteX89" fmla="*/ 957303 w 9226208"/>
                  <a:gd name="connsiteY89" fmla="*/ 1692475 h 6422006"/>
                  <a:gd name="connsiteX90" fmla="*/ 975232 w 9226208"/>
                  <a:gd name="connsiteY90" fmla="*/ 1674546 h 6422006"/>
                  <a:gd name="connsiteX91" fmla="*/ 999138 w 9226208"/>
                  <a:gd name="connsiteY91" fmla="*/ 1632710 h 6422006"/>
                  <a:gd name="connsiteX92" fmla="*/ 1011091 w 9226208"/>
                  <a:gd name="connsiteY92" fmla="*/ 1614781 h 6422006"/>
                  <a:gd name="connsiteX93" fmla="*/ 1029020 w 9226208"/>
                  <a:gd name="connsiteY93" fmla="*/ 1608804 h 6422006"/>
                  <a:gd name="connsiteX94" fmla="*/ 1034997 w 9226208"/>
                  <a:gd name="connsiteY94" fmla="*/ 1590875 h 6422006"/>
                  <a:gd name="connsiteX95" fmla="*/ 1064879 w 9226208"/>
                  <a:gd name="connsiteY95" fmla="*/ 1572946 h 6422006"/>
                  <a:gd name="connsiteX96" fmla="*/ 1082808 w 9226208"/>
                  <a:gd name="connsiteY96" fmla="*/ 1560993 h 6422006"/>
                  <a:gd name="connsiteX97" fmla="*/ 1088785 w 9226208"/>
                  <a:gd name="connsiteY97" fmla="*/ 1543063 h 6422006"/>
                  <a:gd name="connsiteX98" fmla="*/ 1106714 w 9226208"/>
                  <a:gd name="connsiteY98" fmla="*/ 1531110 h 6422006"/>
                  <a:gd name="connsiteX99" fmla="*/ 1124644 w 9226208"/>
                  <a:gd name="connsiteY99" fmla="*/ 1513181 h 6422006"/>
                  <a:gd name="connsiteX100" fmla="*/ 1154526 w 9226208"/>
                  <a:gd name="connsiteY100" fmla="*/ 1483298 h 6422006"/>
                  <a:gd name="connsiteX101" fmla="*/ 1172455 w 9226208"/>
                  <a:gd name="connsiteY101" fmla="*/ 1465369 h 6422006"/>
                  <a:gd name="connsiteX102" fmla="*/ 1184408 w 9226208"/>
                  <a:gd name="connsiteY102" fmla="*/ 1447440 h 6422006"/>
                  <a:gd name="connsiteX103" fmla="*/ 1202338 w 9226208"/>
                  <a:gd name="connsiteY103" fmla="*/ 1441463 h 6422006"/>
                  <a:gd name="connsiteX104" fmla="*/ 1214291 w 9226208"/>
                  <a:gd name="connsiteY104" fmla="*/ 1423534 h 6422006"/>
                  <a:gd name="connsiteX105" fmla="*/ 1220267 w 9226208"/>
                  <a:gd name="connsiteY105" fmla="*/ 1405604 h 6422006"/>
                  <a:gd name="connsiteX106" fmla="*/ 1256126 w 9226208"/>
                  <a:gd name="connsiteY106" fmla="*/ 1387675 h 6422006"/>
                  <a:gd name="connsiteX107" fmla="*/ 1291985 w 9226208"/>
                  <a:gd name="connsiteY107" fmla="*/ 1351816 h 6422006"/>
                  <a:gd name="connsiteX108" fmla="*/ 1297961 w 9226208"/>
                  <a:gd name="connsiteY108" fmla="*/ 1333887 h 6422006"/>
                  <a:gd name="connsiteX109" fmla="*/ 1345773 w 9226208"/>
                  <a:gd name="connsiteY109" fmla="*/ 1309981 h 6422006"/>
                  <a:gd name="connsiteX110" fmla="*/ 1351750 w 9226208"/>
                  <a:gd name="connsiteY110" fmla="*/ 1292051 h 6422006"/>
                  <a:gd name="connsiteX111" fmla="*/ 1411514 w 9226208"/>
                  <a:gd name="connsiteY111" fmla="*/ 1274122 h 6422006"/>
                  <a:gd name="connsiteX112" fmla="*/ 1447373 w 9226208"/>
                  <a:gd name="connsiteY112" fmla="*/ 1250216 h 6422006"/>
                  <a:gd name="connsiteX113" fmla="*/ 1465303 w 9226208"/>
                  <a:gd name="connsiteY113" fmla="*/ 1232287 h 6422006"/>
                  <a:gd name="connsiteX114" fmla="*/ 1501161 w 9226208"/>
                  <a:gd name="connsiteY114" fmla="*/ 1214357 h 6422006"/>
                  <a:gd name="connsiteX115" fmla="*/ 1537020 w 9226208"/>
                  <a:gd name="connsiteY115" fmla="*/ 1178498 h 6422006"/>
                  <a:gd name="connsiteX116" fmla="*/ 1554950 w 9226208"/>
                  <a:gd name="connsiteY116" fmla="*/ 1160569 h 6422006"/>
                  <a:gd name="connsiteX117" fmla="*/ 1590808 w 9226208"/>
                  <a:gd name="connsiteY117" fmla="*/ 1136663 h 6422006"/>
                  <a:gd name="connsiteX118" fmla="*/ 1602761 w 9226208"/>
                  <a:gd name="connsiteY118" fmla="*/ 1118734 h 6422006"/>
                  <a:gd name="connsiteX119" fmla="*/ 1650573 w 9226208"/>
                  <a:gd name="connsiteY119" fmla="*/ 1100804 h 6422006"/>
                  <a:gd name="connsiteX120" fmla="*/ 1674479 w 9226208"/>
                  <a:gd name="connsiteY120" fmla="*/ 1088851 h 6422006"/>
                  <a:gd name="connsiteX121" fmla="*/ 1716314 w 9226208"/>
                  <a:gd name="connsiteY121" fmla="*/ 1076898 h 6422006"/>
                  <a:gd name="connsiteX122" fmla="*/ 1805961 w 9226208"/>
                  <a:gd name="connsiteY122" fmla="*/ 1041040 h 6422006"/>
                  <a:gd name="connsiteX123" fmla="*/ 1847797 w 9226208"/>
                  <a:gd name="connsiteY123" fmla="*/ 1005181 h 6422006"/>
                  <a:gd name="connsiteX124" fmla="*/ 1901585 w 9226208"/>
                  <a:gd name="connsiteY124" fmla="*/ 987251 h 6422006"/>
                  <a:gd name="connsiteX125" fmla="*/ 1949397 w 9226208"/>
                  <a:gd name="connsiteY125" fmla="*/ 969322 h 6422006"/>
                  <a:gd name="connsiteX126" fmla="*/ 2009161 w 9226208"/>
                  <a:gd name="connsiteY126" fmla="*/ 945416 h 6422006"/>
                  <a:gd name="connsiteX127" fmla="*/ 2027091 w 9226208"/>
                  <a:gd name="connsiteY127" fmla="*/ 927487 h 6422006"/>
                  <a:gd name="connsiteX128" fmla="*/ 2050997 w 9226208"/>
                  <a:gd name="connsiteY128" fmla="*/ 885651 h 6422006"/>
                  <a:gd name="connsiteX129" fmla="*/ 2056973 w 9226208"/>
                  <a:gd name="connsiteY129" fmla="*/ 867722 h 6422006"/>
                  <a:gd name="connsiteX130" fmla="*/ 2068926 w 9226208"/>
                  <a:gd name="connsiteY130" fmla="*/ 849793 h 6422006"/>
                  <a:gd name="connsiteX131" fmla="*/ 2074903 w 9226208"/>
                  <a:gd name="connsiteY131" fmla="*/ 939440 h 6422006"/>
                  <a:gd name="connsiteX132" fmla="*/ 2146620 w 9226208"/>
                  <a:gd name="connsiteY132" fmla="*/ 927487 h 6422006"/>
                  <a:gd name="connsiteX133" fmla="*/ 2158573 w 9226208"/>
                  <a:gd name="connsiteY133" fmla="*/ 909557 h 6422006"/>
                  <a:gd name="connsiteX134" fmla="*/ 2194432 w 9226208"/>
                  <a:gd name="connsiteY134" fmla="*/ 897604 h 6422006"/>
                  <a:gd name="connsiteX135" fmla="*/ 2284079 w 9226208"/>
                  <a:gd name="connsiteY135" fmla="*/ 873698 h 6422006"/>
                  <a:gd name="connsiteX136" fmla="*/ 2290055 w 9226208"/>
                  <a:gd name="connsiteY136" fmla="*/ 855769 h 6422006"/>
                  <a:gd name="connsiteX137" fmla="*/ 2325914 w 9226208"/>
                  <a:gd name="connsiteY137" fmla="*/ 831863 h 6422006"/>
                  <a:gd name="connsiteX138" fmla="*/ 2343844 w 9226208"/>
                  <a:gd name="connsiteY138" fmla="*/ 819910 h 6422006"/>
                  <a:gd name="connsiteX139" fmla="*/ 2349820 w 9226208"/>
                  <a:gd name="connsiteY139" fmla="*/ 796004 h 6422006"/>
                  <a:gd name="connsiteX140" fmla="*/ 2379703 w 9226208"/>
                  <a:gd name="connsiteY140" fmla="*/ 790028 h 6422006"/>
                  <a:gd name="connsiteX141" fmla="*/ 2415561 w 9226208"/>
                  <a:gd name="connsiteY141" fmla="*/ 760146 h 6422006"/>
                  <a:gd name="connsiteX142" fmla="*/ 2457397 w 9226208"/>
                  <a:gd name="connsiteY142" fmla="*/ 736240 h 6422006"/>
                  <a:gd name="connsiteX143" fmla="*/ 2475326 w 9226208"/>
                  <a:gd name="connsiteY143" fmla="*/ 724287 h 6422006"/>
                  <a:gd name="connsiteX144" fmla="*/ 2499232 w 9226208"/>
                  <a:gd name="connsiteY144" fmla="*/ 700381 h 6422006"/>
                  <a:gd name="connsiteX145" fmla="*/ 2547044 w 9226208"/>
                  <a:gd name="connsiteY145" fmla="*/ 658546 h 6422006"/>
                  <a:gd name="connsiteX146" fmla="*/ 2570950 w 9226208"/>
                  <a:gd name="connsiteY146" fmla="*/ 646593 h 6422006"/>
                  <a:gd name="connsiteX147" fmla="*/ 2630714 w 9226208"/>
                  <a:gd name="connsiteY147" fmla="*/ 622687 h 6422006"/>
                  <a:gd name="connsiteX148" fmla="*/ 2648644 w 9226208"/>
                  <a:gd name="connsiteY148" fmla="*/ 610734 h 6422006"/>
                  <a:gd name="connsiteX149" fmla="*/ 2666573 w 9226208"/>
                  <a:gd name="connsiteY149" fmla="*/ 604757 h 6422006"/>
                  <a:gd name="connsiteX150" fmla="*/ 2702432 w 9226208"/>
                  <a:gd name="connsiteY150" fmla="*/ 574875 h 6422006"/>
                  <a:gd name="connsiteX151" fmla="*/ 2744267 w 9226208"/>
                  <a:gd name="connsiteY151" fmla="*/ 562922 h 6422006"/>
                  <a:gd name="connsiteX152" fmla="*/ 2762197 w 9226208"/>
                  <a:gd name="connsiteY152" fmla="*/ 533040 h 6422006"/>
                  <a:gd name="connsiteX153" fmla="*/ 2780126 w 9226208"/>
                  <a:gd name="connsiteY153" fmla="*/ 527063 h 6422006"/>
                  <a:gd name="connsiteX154" fmla="*/ 2815985 w 9226208"/>
                  <a:gd name="connsiteY154" fmla="*/ 497181 h 6422006"/>
                  <a:gd name="connsiteX155" fmla="*/ 2857820 w 9226208"/>
                  <a:gd name="connsiteY155" fmla="*/ 455346 h 6422006"/>
                  <a:gd name="connsiteX156" fmla="*/ 2893679 w 9226208"/>
                  <a:gd name="connsiteY156" fmla="*/ 425463 h 6422006"/>
                  <a:gd name="connsiteX157" fmla="*/ 2929538 w 9226208"/>
                  <a:gd name="connsiteY157" fmla="*/ 419487 h 6422006"/>
                  <a:gd name="connsiteX158" fmla="*/ 3001255 w 9226208"/>
                  <a:gd name="connsiteY158" fmla="*/ 509134 h 6422006"/>
                  <a:gd name="connsiteX159" fmla="*/ 3007232 w 9226208"/>
                  <a:gd name="connsiteY159" fmla="*/ 431440 h 6422006"/>
                  <a:gd name="connsiteX160" fmla="*/ 3102855 w 9226208"/>
                  <a:gd name="connsiteY160" fmla="*/ 515110 h 6422006"/>
                  <a:gd name="connsiteX161" fmla="*/ 3138714 w 9226208"/>
                  <a:gd name="connsiteY161" fmla="*/ 419487 h 6422006"/>
                  <a:gd name="connsiteX162" fmla="*/ 3198479 w 9226208"/>
                  <a:gd name="connsiteY162" fmla="*/ 449369 h 6422006"/>
                  <a:gd name="connsiteX163" fmla="*/ 3234338 w 9226208"/>
                  <a:gd name="connsiteY163" fmla="*/ 419487 h 6422006"/>
                  <a:gd name="connsiteX164" fmla="*/ 3252267 w 9226208"/>
                  <a:gd name="connsiteY164" fmla="*/ 413510 h 6422006"/>
                  <a:gd name="connsiteX165" fmla="*/ 3288126 w 9226208"/>
                  <a:gd name="connsiteY165" fmla="*/ 377651 h 6422006"/>
                  <a:gd name="connsiteX166" fmla="*/ 3306055 w 9226208"/>
                  <a:gd name="connsiteY166" fmla="*/ 359722 h 6422006"/>
                  <a:gd name="connsiteX167" fmla="*/ 3335938 w 9226208"/>
                  <a:gd name="connsiteY167" fmla="*/ 353746 h 6422006"/>
                  <a:gd name="connsiteX168" fmla="*/ 3353867 w 9226208"/>
                  <a:gd name="connsiteY168" fmla="*/ 335816 h 6422006"/>
                  <a:gd name="connsiteX169" fmla="*/ 3383750 w 9226208"/>
                  <a:gd name="connsiteY169" fmla="*/ 317887 h 6422006"/>
                  <a:gd name="connsiteX170" fmla="*/ 3407655 w 9226208"/>
                  <a:gd name="connsiteY170" fmla="*/ 282028 h 6422006"/>
                  <a:gd name="connsiteX171" fmla="*/ 3443514 w 9226208"/>
                  <a:gd name="connsiteY171" fmla="*/ 252146 h 6422006"/>
                  <a:gd name="connsiteX172" fmla="*/ 3485350 w 9226208"/>
                  <a:gd name="connsiteY172" fmla="*/ 210310 h 6422006"/>
                  <a:gd name="connsiteX173" fmla="*/ 3574997 w 9226208"/>
                  <a:gd name="connsiteY173" fmla="*/ 192381 h 6422006"/>
                  <a:gd name="connsiteX174" fmla="*/ 3610855 w 9226208"/>
                  <a:gd name="connsiteY174" fmla="*/ 168475 h 6422006"/>
                  <a:gd name="connsiteX175" fmla="*/ 3706479 w 9226208"/>
                  <a:gd name="connsiteY175" fmla="*/ 150546 h 6422006"/>
                  <a:gd name="connsiteX176" fmla="*/ 3742338 w 9226208"/>
                  <a:gd name="connsiteY176" fmla="*/ 102734 h 6422006"/>
                  <a:gd name="connsiteX177" fmla="*/ 3790150 w 9226208"/>
                  <a:gd name="connsiteY177" fmla="*/ 72851 h 6422006"/>
                  <a:gd name="connsiteX178" fmla="*/ 3820032 w 9226208"/>
                  <a:gd name="connsiteY178" fmla="*/ 60898 h 6422006"/>
                  <a:gd name="connsiteX179" fmla="*/ 4268267 w 9226208"/>
                  <a:gd name="connsiteY179" fmla="*/ 54922 h 6422006"/>
                  <a:gd name="connsiteX180" fmla="*/ 4322055 w 9226208"/>
                  <a:gd name="connsiteY180" fmla="*/ 36993 h 6422006"/>
                  <a:gd name="connsiteX181" fmla="*/ 4369867 w 9226208"/>
                  <a:gd name="connsiteY181" fmla="*/ 19063 h 6422006"/>
                  <a:gd name="connsiteX182" fmla="*/ 4674667 w 9226208"/>
                  <a:gd name="connsiteY182" fmla="*/ 7110 h 6422006"/>
                  <a:gd name="connsiteX183" fmla="*/ 4698573 w 9226208"/>
                  <a:gd name="connsiteY183" fmla="*/ 1134 h 6422006"/>
                  <a:gd name="connsiteX184" fmla="*/ 4716503 w 9226208"/>
                  <a:gd name="connsiteY184" fmla="*/ 31016 h 6422006"/>
                  <a:gd name="connsiteX185" fmla="*/ 4794197 w 9226208"/>
                  <a:gd name="connsiteY185" fmla="*/ 84804 h 6422006"/>
                  <a:gd name="connsiteX186" fmla="*/ 5493444 w 9226208"/>
                  <a:gd name="connsiteY186" fmla="*/ 90781 h 6422006"/>
                  <a:gd name="connsiteX187" fmla="*/ 5511373 w 9226208"/>
                  <a:gd name="connsiteY187" fmla="*/ 126640 h 6422006"/>
                  <a:gd name="connsiteX188" fmla="*/ 5547232 w 9226208"/>
                  <a:gd name="connsiteY188" fmla="*/ 132616 h 6422006"/>
                  <a:gd name="connsiteX189" fmla="*/ 5589067 w 9226208"/>
                  <a:gd name="connsiteY189" fmla="*/ 144569 h 6422006"/>
                  <a:gd name="connsiteX190" fmla="*/ 5612973 w 9226208"/>
                  <a:gd name="connsiteY190" fmla="*/ 156522 h 6422006"/>
                  <a:gd name="connsiteX191" fmla="*/ 5744455 w 9226208"/>
                  <a:gd name="connsiteY191" fmla="*/ 174451 h 6422006"/>
                  <a:gd name="connsiteX192" fmla="*/ 5768361 w 9226208"/>
                  <a:gd name="connsiteY192" fmla="*/ 186404 h 6422006"/>
                  <a:gd name="connsiteX193" fmla="*/ 5899844 w 9226208"/>
                  <a:gd name="connsiteY193" fmla="*/ 204334 h 6422006"/>
                  <a:gd name="connsiteX194" fmla="*/ 5923750 w 9226208"/>
                  <a:gd name="connsiteY194" fmla="*/ 210310 h 6422006"/>
                  <a:gd name="connsiteX195" fmla="*/ 5947655 w 9226208"/>
                  <a:gd name="connsiteY195" fmla="*/ 222263 h 6422006"/>
                  <a:gd name="connsiteX196" fmla="*/ 5965585 w 9226208"/>
                  <a:gd name="connsiteY196" fmla="*/ 228240 h 6422006"/>
                  <a:gd name="connsiteX197" fmla="*/ 6001444 w 9226208"/>
                  <a:gd name="connsiteY197" fmla="*/ 246169 h 6422006"/>
                  <a:gd name="connsiteX198" fmla="*/ 6025350 w 9226208"/>
                  <a:gd name="connsiteY198" fmla="*/ 264098 h 6422006"/>
                  <a:gd name="connsiteX199" fmla="*/ 6061208 w 9226208"/>
                  <a:gd name="connsiteY199" fmla="*/ 282028 h 6422006"/>
                  <a:gd name="connsiteX200" fmla="*/ 6114997 w 9226208"/>
                  <a:gd name="connsiteY200" fmla="*/ 323863 h 6422006"/>
                  <a:gd name="connsiteX201" fmla="*/ 6150855 w 9226208"/>
                  <a:gd name="connsiteY201" fmla="*/ 341793 h 6422006"/>
                  <a:gd name="connsiteX202" fmla="*/ 6168785 w 9226208"/>
                  <a:gd name="connsiteY202" fmla="*/ 353746 h 6422006"/>
                  <a:gd name="connsiteX203" fmla="*/ 6198667 w 9226208"/>
                  <a:gd name="connsiteY203" fmla="*/ 365698 h 6422006"/>
                  <a:gd name="connsiteX204" fmla="*/ 6210620 w 9226208"/>
                  <a:gd name="connsiteY204" fmla="*/ 389604 h 6422006"/>
                  <a:gd name="connsiteX205" fmla="*/ 6228550 w 9226208"/>
                  <a:gd name="connsiteY205" fmla="*/ 395581 h 6422006"/>
                  <a:gd name="connsiteX206" fmla="*/ 6264408 w 9226208"/>
                  <a:gd name="connsiteY206" fmla="*/ 413510 h 6422006"/>
                  <a:gd name="connsiteX207" fmla="*/ 6575185 w 9226208"/>
                  <a:gd name="connsiteY207" fmla="*/ 419487 h 6422006"/>
                  <a:gd name="connsiteX208" fmla="*/ 6605067 w 9226208"/>
                  <a:gd name="connsiteY208" fmla="*/ 485228 h 6422006"/>
                  <a:gd name="connsiteX209" fmla="*/ 6640926 w 9226208"/>
                  <a:gd name="connsiteY209" fmla="*/ 497181 h 6422006"/>
                  <a:gd name="connsiteX210" fmla="*/ 6664832 w 9226208"/>
                  <a:gd name="connsiteY210" fmla="*/ 533040 h 6422006"/>
                  <a:gd name="connsiteX211" fmla="*/ 6682761 w 9226208"/>
                  <a:gd name="connsiteY211" fmla="*/ 562922 h 6422006"/>
                  <a:gd name="connsiteX212" fmla="*/ 6736550 w 9226208"/>
                  <a:gd name="connsiteY212" fmla="*/ 580851 h 6422006"/>
                  <a:gd name="connsiteX213" fmla="*/ 6754479 w 9226208"/>
                  <a:gd name="connsiteY213" fmla="*/ 622687 h 6422006"/>
                  <a:gd name="connsiteX214" fmla="*/ 6760455 w 9226208"/>
                  <a:gd name="connsiteY214" fmla="*/ 646593 h 6422006"/>
                  <a:gd name="connsiteX215" fmla="*/ 6832173 w 9226208"/>
                  <a:gd name="connsiteY215" fmla="*/ 658546 h 6422006"/>
                  <a:gd name="connsiteX216" fmla="*/ 6915844 w 9226208"/>
                  <a:gd name="connsiteY216" fmla="*/ 670498 h 6422006"/>
                  <a:gd name="connsiteX217" fmla="*/ 6957679 w 9226208"/>
                  <a:gd name="connsiteY217" fmla="*/ 682451 h 6422006"/>
                  <a:gd name="connsiteX218" fmla="*/ 6993538 w 9226208"/>
                  <a:gd name="connsiteY218" fmla="*/ 688428 h 6422006"/>
                  <a:gd name="connsiteX219" fmla="*/ 7011467 w 9226208"/>
                  <a:gd name="connsiteY219" fmla="*/ 700381 h 6422006"/>
                  <a:gd name="connsiteX220" fmla="*/ 7053303 w 9226208"/>
                  <a:gd name="connsiteY220" fmla="*/ 742216 h 6422006"/>
                  <a:gd name="connsiteX221" fmla="*/ 7083185 w 9226208"/>
                  <a:gd name="connsiteY221" fmla="*/ 754169 h 6422006"/>
                  <a:gd name="connsiteX222" fmla="*/ 7101114 w 9226208"/>
                  <a:gd name="connsiteY222" fmla="*/ 784051 h 6422006"/>
                  <a:gd name="connsiteX223" fmla="*/ 7125020 w 9226208"/>
                  <a:gd name="connsiteY223" fmla="*/ 879675 h 6422006"/>
                  <a:gd name="connsiteX224" fmla="*/ 7142950 w 9226208"/>
                  <a:gd name="connsiteY224" fmla="*/ 891628 h 6422006"/>
                  <a:gd name="connsiteX225" fmla="*/ 7148926 w 9226208"/>
                  <a:gd name="connsiteY225" fmla="*/ 909557 h 6422006"/>
                  <a:gd name="connsiteX226" fmla="*/ 7178808 w 9226208"/>
                  <a:gd name="connsiteY226" fmla="*/ 915534 h 6422006"/>
                  <a:gd name="connsiteX227" fmla="*/ 7238573 w 9226208"/>
                  <a:gd name="connsiteY227" fmla="*/ 921510 h 6422006"/>
                  <a:gd name="connsiteX228" fmla="*/ 7244550 w 9226208"/>
                  <a:gd name="connsiteY228" fmla="*/ 939440 h 6422006"/>
                  <a:gd name="connsiteX229" fmla="*/ 7298338 w 9226208"/>
                  <a:gd name="connsiteY229" fmla="*/ 957369 h 6422006"/>
                  <a:gd name="connsiteX230" fmla="*/ 7316267 w 9226208"/>
                  <a:gd name="connsiteY230" fmla="*/ 969322 h 6422006"/>
                  <a:gd name="connsiteX231" fmla="*/ 7334197 w 9226208"/>
                  <a:gd name="connsiteY231" fmla="*/ 975298 h 6422006"/>
                  <a:gd name="connsiteX232" fmla="*/ 7352126 w 9226208"/>
                  <a:gd name="connsiteY232" fmla="*/ 993228 h 6422006"/>
                  <a:gd name="connsiteX233" fmla="*/ 7393961 w 9226208"/>
                  <a:gd name="connsiteY233" fmla="*/ 1047016 h 6422006"/>
                  <a:gd name="connsiteX234" fmla="*/ 7447750 w 9226208"/>
                  <a:gd name="connsiteY234" fmla="*/ 1088851 h 6422006"/>
                  <a:gd name="connsiteX235" fmla="*/ 7453726 w 9226208"/>
                  <a:gd name="connsiteY235" fmla="*/ 1106781 h 6422006"/>
                  <a:gd name="connsiteX236" fmla="*/ 7495561 w 9226208"/>
                  <a:gd name="connsiteY236" fmla="*/ 1142640 h 6422006"/>
                  <a:gd name="connsiteX237" fmla="*/ 7513491 w 9226208"/>
                  <a:gd name="connsiteY237" fmla="*/ 1160569 h 6422006"/>
                  <a:gd name="connsiteX238" fmla="*/ 7543373 w 9226208"/>
                  <a:gd name="connsiteY238" fmla="*/ 1184475 h 6422006"/>
                  <a:gd name="connsiteX239" fmla="*/ 7579232 w 9226208"/>
                  <a:gd name="connsiteY239" fmla="*/ 1220334 h 6422006"/>
                  <a:gd name="connsiteX240" fmla="*/ 7621067 w 9226208"/>
                  <a:gd name="connsiteY240" fmla="*/ 1256193 h 6422006"/>
                  <a:gd name="connsiteX241" fmla="*/ 7638997 w 9226208"/>
                  <a:gd name="connsiteY241" fmla="*/ 1292051 h 6422006"/>
                  <a:gd name="connsiteX242" fmla="*/ 7674855 w 9226208"/>
                  <a:gd name="connsiteY242" fmla="*/ 1315957 h 6422006"/>
                  <a:gd name="connsiteX243" fmla="*/ 7728644 w 9226208"/>
                  <a:gd name="connsiteY243" fmla="*/ 1357793 h 6422006"/>
                  <a:gd name="connsiteX244" fmla="*/ 7746573 w 9226208"/>
                  <a:gd name="connsiteY244" fmla="*/ 1381698 h 6422006"/>
                  <a:gd name="connsiteX245" fmla="*/ 7776455 w 9226208"/>
                  <a:gd name="connsiteY245" fmla="*/ 1399628 h 6422006"/>
                  <a:gd name="connsiteX246" fmla="*/ 7806338 w 9226208"/>
                  <a:gd name="connsiteY246" fmla="*/ 1423534 h 6422006"/>
                  <a:gd name="connsiteX247" fmla="*/ 7812314 w 9226208"/>
                  <a:gd name="connsiteY247" fmla="*/ 1441463 h 6422006"/>
                  <a:gd name="connsiteX248" fmla="*/ 7866103 w 9226208"/>
                  <a:gd name="connsiteY248" fmla="*/ 1453416 h 6422006"/>
                  <a:gd name="connsiteX249" fmla="*/ 7890008 w 9226208"/>
                  <a:gd name="connsiteY249" fmla="*/ 1459393 h 6422006"/>
                  <a:gd name="connsiteX250" fmla="*/ 7931844 w 9226208"/>
                  <a:gd name="connsiteY250" fmla="*/ 1477322 h 6422006"/>
                  <a:gd name="connsiteX251" fmla="*/ 7949773 w 9226208"/>
                  <a:gd name="connsiteY251" fmla="*/ 1483298 h 6422006"/>
                  <a:gd name="connsiteX252" fmla="*/ 8057350 w 9226208"/>
                  <a:gd name="connsiteY252" fmla="*/ 1513181 h 6422006"/>
                  <a:gd name="connsiteX253" fmla="*/ 8069303 w 9226208"/>
                  <a:gd name="connsiteY253" fmla="*/ 1531110 h 6422006"/>
                  <a:gd name="connsiteX254" fmla="*/ 8081255 w 9226208"/>
                  <a:gd name="connsiteY254" fmla="*/ 1566969 h 6422006"/>
                  <a:gd name="connsiteX255" fmla="*/ 8099185 w 9226208"/>
                  <a:gd name="connsiteY255" fmla="*/ 1590875 h 6422006"/>
                  <a:gd name="connsiteX256" fmla="*/ 8117114 w 9226208"/>
                  <a:gd name="connsiteY256" fmla="*/ 1626734 h 6422006"/>
                  <a:gd name="connsiteX257" fmla="*/ 8123091 w 9226208"/>
                  <a:gd name="connsiteY257" fmla="*/ 1644663 h 6422006"/>
                  <a:gd name="connsiteX258" fmla="*/ 8152973 w 9226208"/>
                  <a:gd name="connsiteY258" fmla="*/ 1650640 h 6422006"/>
                  <a:gd name="connsiteX259" fmla="*/ 8194808 w 9226208"/>
                  <a:gd name="connsiteY259" fmla="*/ 1686498 h 6422006"/>
                  <a:gd name="connsiteX260" fmla="*/ 8212738 w 9226208"/>
                  <a:gd name="connsiteY260" fmla="*/ 1722357 h 6422006"/>
                  <a:gd name="connsiteX261" fmla="*/ 8242620 w 9226208"/>
                  <a:gd name="connsiteY261" fmla="*/ 1740287 h 6422006"/>
                  <a:gd name="connsiteX262" fmla="*/ 8248597 w 9226208"/>
                  <a:gd name="connsiteY262" fmla="*/ 1758216 h 6422006"/>
                  <a:gd name="connsiteX263" fmla="*/ 8254573 w 9226208"/>
                  <a:gd name="connsiteY263" fmla="*/ 1794075 h 6422006"/>
                  <a:gd name="connsiteX264" fmla="*/ 8320314 w 9226208"/>
                  <a:gd name="connsiteY264" fmla="*/ 1877746 h 6422006"/>
                  <a:gd name="connsiteX265" fmla="*/ 8344220 w 9226208"/>
                  <a:gd name="connsiteY265" fmla="*/ 1913604 h 6422006"/>
                  <a:gd name="connsiteX266" fmla="*/ 8362150 w 9226208"/>
                  <a:gd name="connsiteY266" fmla="*/ 1931534 h 6422006"/>
                  <a:gd name="connsiteX267" fmla="*/ 8386055 w 9226208"/>
                  <a:gd name="connsiteY267" fmla="*/ 1967393 h 6422006"/>
                  <a:gd name="connsiteX268" fmla="*/ 8415938 w 9226208"/>
                  <a:gd name="connsiteY268" fmla="*/ 1985322 h 6422006"/>
                  <a:gd name="connsiteX269" fmla="*/ 8457773 w 9226208"/>
                  <a:gd name="connsiteY269" fmla="*/ 2027157 h 6422006"/>
                  <a:gd name="connsiteX270" fmla="*/ 8493632 w 9226208"/>
                  <a:gd name="connsiteY270" fmla="*/ 2033134 h 6422006"/>
                  <a:gd name="connsiteX271" fmla="*/ 8535467 w 9226208"/>
                  <a:gd name="connsiteY271" fmla="*/ 2068993 h 6422006"/>
                  <a:gd name="connsiteX272" fmla="*/ 8577303 w 9226208"/>
                  <a:gd name="connsiteY272" fmla="*/ 2092898 h 6422006"/>
                  <a:gd name="connsiteX273" fmla="*/ 8601208 w 9226208"/>
                  <a:gd name="connsiteY273" fmla="*/ 2134734 h 6422006"/>
                  <a:gd name="connsiteX274" fmla="*/ 8631091 w 9226208"/>
                  <a:gd name="connsiteY274" fmla="*/ 2182546 h 6422006"/>
                  <a:gd name="connsiteX275" fmla="*/ 8649020 w 9226208"/>
                  <a:gd name="connsiteY275" fmla="*/ 2188522 h 6422006"/>
                  <a:gd name="connsiteX276" fmla="*/ 8666950 w 9226208"/>
                  <a:gd name="connsiteY276" fmla="*/ 2206451 h 6422006"/>
                  <a:gd name="connsiteX277" fmla="*/ 8678903 w 9226208"/>
                  <a:gd name="connsiteY277" fmla="*/ 2224381 h 6422006"/>
                  <a:gd name="connsiteX278" fmla="*/ 8726714 w 9226208"/>
                  <a:gd name="connsiteY278" fmla="*/ 2248287 h 6422006"/>
                  <a:gd name="connsiteX279" fmla="*/ 8762573 w 9226208"/>
                  <a:gd name="connsiteY279" fmla="*/ 2391722 h 6422006"/>
                  <a:gd name="connsiteX280" fmla="*/ 8768550 w 9226208"/>
                  <a:gd name="connsiteY280" fmla="*/ 2415628 h 6422006"/>
                  <a:gd name="connsiteX281" fmla="*/ 8786479 w 9226208"/>
                  <a:gd name="connsiteY281" fmla="*/ 2427581 h 6422006"/>
                  <a:gd name="connsiteX282" fmla="*/ 8804408 w 9226208"/>
                  <a:gd name="connsiteY282" fmla="*/ 2451487 h 6422006"/>
                  <a:gd name="connsiteX283" fmla="*/ 8810385 w 9226208"/>
                  <a:gd name="connsiteY283" fmla="*/ 2469416 h 6422006"/>
                  <a:gd name="connsiteX284" fmla="*/ 8822338 w 9226208"/>
                  <a:gd name="connsiteY284" fmla="*/ 2487346 h 6422006"/>
                  <a:gd name="connsiteX285" fmla="*/ 8828314 w 9226208"/>
                  <a:gd name="connsiteY285" fmla="*/ 2529181 h 6422006"/>
                  <a:gd name="connsiteX286" fmla="*/ 8840267 w 9226208"/>
                  <a:gd name="connsiteY286" fmla="*/ 2726404 h 6422006"/>
                  <a:gd name="connsiteX287" fmla="*/ 8858197 w 9226208"/>
                  <a:gd name="connsiteY287" fmla="*/ 2732381 h 6422006"/>
                  <a:gd name="connsiteX288" fmla="*/ 8882103 w 9226208"/>
                  <a:gd name="connsiteY288" fmla="*/ 2780193 h 6422006"/>
                  <a:gd name="connsiteX289" fmla="*/ 8894055 w 9226208"/>
                  <a:gd name="connsiteY289" fmla="*/ 2804098 h 6422006"/>
                  <a:gd name="connsiteX290" fmla="*/ 8900032 w 9226208"/>
                  <a:gd name="connsiteY290" fmla="*/ 2828004 h 6422006"/>
                  <a:gd name="connsiteX291" fmla="*/ 8917961 w 9226208"/>
                  <a:gd name="connsiteY291" fmla="*/ 2863863 h 6422006"/>
                  <a:gd name="connsiteX292" fmla="*/ 8941867 w 9226208"/>
                  <a:gd name="connsiteY292" fmla="*/ 2881793 h 6422006"/>
                  <a:gd name="connsiteX293" fmla="*/ 8953820 w 9226208"/>
                  <a:gd name="connsiteY293" fmla="*/ 2899722 h 6422006"/>
                  <a:gd name="connsiteX294" fmla="*/ 8959797 w 9226208"/>
                  <a:gd name="connsiteY294" fmla="*/ 2917651 h 6422006"/>
                  <a:gd name="connsiteX295" fmla="*/ 8977726 w 9226208"/>
                  <a:gd name="connsiteY295" fmla="*/ 2923628 h 6422006"/>
                  <a:gd name="connsiteX296" fmla="*/ 8995655 w 9226208"/>
                  <a:gd name="connsiteY296" fmla="*/ 2959487 h 6422006"/>
                  <a:gd name="connsiteX297" fmla="*/ 9001632 w 9226208"/>
                  <a:gd name="connsiteY297" fmla="*/ 2977416 h 6422006"/>
                  <a:gd name="connsiteX298" fmla="*/ 9013585 w 9226208"/>
                  <a:gd name="connsiteY298" fmla="*/ 3001322 h 6422006"/>
                  <a:gd name="connsiteX299" fmla="*/ 9049444 w 9226208"/>
                  <a:gd name="connsiteY299" fmla="*/ 3061087 h 6422006"/>
                  <a:gd name="connsiteX300" fmla="*/ 9067373 w 9226208"/>
                  <a:gd name="connsiteY300" fmla="*/ 3312098 h 6422006"/>
                  <a:gd name="connsiteX301" fmla="*/ 9073350 w 9226208"/>
                  <a:gd name="connsiteY301" fmla="*/ 3347957 h 6422006"/>
                  <a:gd name="connsiteX302" fmla="*/ 9079326 w 9226208"/>
                  <a:gd name="connsiteY302" fmla="*/ 3389793 h 6422006"/>
                  <a:gd name="connsiteX303" fmla="*/ 9115185 w 9226208"/>
                  <a:gd name="connsiteY303" fmla="*/ 3407722 h 6422006"/>
                  <a:gd name="connsiteX304" fmla="*/ 9133114 w 9226208"/>
                  <a:gd name="connsiteY304" fmla="*/ 3425651 h 6422006"/>
                  <a:gd name="connsiteX305" fmla="*/ 9145067 w 9226208"/>
                  <a:gd name="connsiteY305" fmla="*/ 3449557 h 6422006"/>
                  <a:gd name="connsiteX306" fmla="*/ 9151044 w 9226208"/>
                  <a:gd name="connsiteY306" fmla="*/ 3844004 h 6422006"/>
                  <a:gd name="connsiteX307" fmla="*/ 9168973 w 9226208"/>
                  <a:gd name="connsiteY307" fmla="*/ 3873887 h 6422006"/>
                  <a:gd name="connsiteX308" fmla="*/ 9180926 w 9226208"/>
                  <a:gd name="connsiteY308" fmla="*/ 4053181 h 6422006"/>
                  <a:gd name="connsiteX309" fmla="*/ 9186903 w 9226208"/>
                  <a:gd name="connsiteY309" fmla="*/ 4071110 h 6422006"/>
                  <a:gd name="connsiteX310" fmla="*/ 9204832 w 9226208"/>
                  <a:gd name="connsiteY310" fmla="*/ 4089040 h 6422006"/>
                  <a:gd name="connsiteX311" fmla="*/ 9210808 w 9226208"/>
                  <a:gd name="connsiteY311" fmla="*/ 4423722 h 6422006"/>
                  <a:gd name="connsiteX312" fmla="*/ 9192879 w 9226208"/>
                  <a:gd name="connsiteY312" fmla="*/ 4441651 h 6422006"/>
                  <a:gd name="connsiteX313" fmla="*/ 9186903 w 9226208"/>
                  <a:gd name="connsiteY313" fmla="*/ 4471534 h 6422006"/>
                  <a:gd name="connsiteX314" fmla="*/ 9157020 w 9226208"/>
                  <a:gd name="connsiteY314" fmla="*/ 4507393 h 6422006"/>
                  <a:gd name="connsiteX315" fmla="*/ 9139091 w 9226208"/>
                  <a:gd name="connsiteY315" fmla="*/ 4531298 h 6422006"/>
                  <a:gd name="connsiteX316" fmla="*/ 9103232 w 9226208"/>
                  <a:gd name="connsiteY316" fmla="*/ 4585087 h 6422006"/>
                  <a:gd name="connsiteX317" fmla="*/ 9079326 w 9226208"/>
                  <a:gd name="connsiteY317" fmla="*/ 4614969 h 6422006"/>
                  <a:gd name="connsiteX318" fmla="*/ 9073350 w 9226208"/>
                  <a:gd name="connsiteY318" fmla="*/ 4632898 h 6422006"/>
                  <a:gd name="connsiteX319" fmla="*/ 9025538 w 9226208"/>
                  <a:gd name="connsiteY319" fmla="*/ 4650828 h 6422006"/>
                  <a:gd name="connsiteX320" fmla="*/ 9001632 w 9226208"/>
                  <a:gd name="connsiteY320" fmla="*/ 4692663 h 6422006"/>
                  <a:gd name="connsiteX321" fmla="*/ 8965773 w 9226208"/>
                  <a:gd name="connsiteY321" fmla="*/ 4758404 h 6422006"/>
                  <a:gd name="connsiteX322" fmla="*/ 8935891 w 9226208"/>
                  <a:gd name="connsiteY322" fmla="*/ 4764381 h 6422006"/>
                  <a:gd name="connsiteX323" fmla="*/ 8846244 w 9226208"/>
                  <a:gd name="connsiteY323" fmla="*/ 4788287 h 6422006"/>
                  <a:gd name="connsiteX324" fmla="*/ 8798432 w 9226208"/>
                  <a:gd name="connsiteY324" fmla="*/ 4818169 h 6422006"/>
                  <a:gd name="connsiteX325" fmla="*/ 8768550 w 9226208"/>
                  <a:gd name="connsiteY325" fmla="*/ 4824146 h 6422006"/>
                  <a:gd name="connsiteX326" fmla="*/ 8643044 w 9226208"/>
                  <a:gd name="connsiteY326" fmla="*/ 4871957 h 6422006"/>
                  <a:gd name="connsiteX327" fmla="*/ 8595232 w 9226208"/>
                  <a:gd name="connsiteY327" fmla="*/ 4883910 h 6422006"/>
                  <a:gd name="connsiteX328" fmla="*/ 8547420 w 9226208"/>
                  <a:gd name="connsiteY328" fmla="*/ 4913793 h 6422006"/>
                  <a:gd name="connsiteX329" fmla="*/ 8517538 w 9226208"/>
                  <a:gd name="connsiteY329" fmla="*/ 4919769 h 6422006"/>
                  <a:gd name="connsiteX330" fmla="*/ 8403985 w 9226208"/>
                  <a:gd name="connsiteY330" fmla="*/ 4937698 h 6422006"/>
                  <a:gd name="connsiteX331" fmla="*/ 7782432 w 9226208"/>
                  <a:gd name="connsiteY331" fmla="*/ 4955628 h 6422006"/>
                  <a:gd name="connsiteX332" fmla="*/ 7483608 w 9226208"/>
                  <a:gd name="connsiteY332" fmla="*/ 4973557 h 6422006"/>
                  <a:gd name="connsiteX333" fmla="*/ 7393961 w 9226208"/>
                  <a:gd name="connsiteY333" fmla="*/ 4991487 h 6422006"/>
                  <a:gd name="connsiteX334" fmla="*/ 6844126 w 9226208"/>
                  <a:gd name="connsiteY334" fmla="*/ 5003440 h 6422006"/>
                  <a:gd name="connsiteX335" fmla="*/ 6796314 w 9226208"/>
                  <a:gd name="connsiteY335" fmla="*/ 5027346 h 6422006"/>
                  <a:gd name="connsiteX336" fmla="*/ 6778385 w 9226208"/>
                  <a:gd name="connsiteY336" fmla="*/ 5033322 h 6422006"/>
                  <a:gd name="connsiteX337" fmla="*/ 6730573 w 9226208"/>
                  <a:gd name="connsiteY337" fmla="*/ 5045275 h 6422006"/>
                  <a:gd name="connsiteX338" fmla="*/ 6682761 w 9226208"/>
                  <a:gd name="connsiteY338" fmla="*/ 5069181 h 6422006"/>
                  <a:gd name="connsiteX339" fmla="*/ 6664832 w 9226208"/>
                  <a:gd name="connsiteY339" fmla="*/ 5081134 h 6422006"/>
                  <a:gd name="connsiteX340" fmla="*/ 6634950 w 9226208"/>
                  <a:gd name="connsiteY340" fmla="*/ 5087110 h 6422006"/>
                  <a:gd name="connsiteX341" fmla="*/ 6545303 w 9226208"/>
                  <a:gd name="connsiteY341" fmla="*/ 5105040 h 6422006"/>
                  <a:gd name="connsiteX342" fmla="*/ 6527373 w 9226208"/>
                  <a:gd name="connsiteY342" fmla="*/ 5116993 h 6422006"/>
                  <a:gd name="connsiteX343" fmla="*/ 6455655 w 9226208"/>
                  <a:gd name="connsiteY343" fmla="*/ 5128946 h 6422006"/>
                  <a:gd name="connsiteX344" fmla="*/ 6425773 w 9226208"/>
                  <a:gd name="connsiteY344" fmla="*/ 5200663 h 6422006"/>
                  <a:gd name="connsiteX345" fmla="*/ 6389914 w 9226208"/>
                  <a:gd name="connsiteY345" fmla="*/ 5218593 h 6422006"/>
                  <a:gd name="connsiteX346" fmla="*/ 6294291 w 9226208"/>
                  <a:gd name="connsiteY346" fmla="*/ 5224569 h 6422006"/>
                  <a:gd name="connsiteX347" fmla="*/ 5899844 w 9226208"/>
                  <a:gd name="connsiteY347" fmla="*/ 5236522 h 6422006"/>
                  <a:gd name="connsiteX348" fmla="*/ 5487467 w 9226208"/>
                  <a:gd name="connsiteY348" fmla="*/ 5260428 h 6422006"/>
                  <a:gd name="connsiteX349" fmla="*/ 5463561 w 9226208"/>
                  <a:gd name="connsiteY349" fmla="*/ 5272381 h 6422006"/>
                  <a:gd name="connsiteX350" fmla="*/ 5385867 w 9226208"/>
                  <a:gd name="connsiteY350" fmla="*/ 5290310 h 6422006"/>
                  <a:gd name="connsiteX351" fmla="*/ 5361961 w 9226208"/>
                  <a:gd name="connsiteY351" fmla="*/ 5308240 h 6422006"/>
                  <a:gd name="connsiteX352" fmla="*/ 5344032 w 9226208"/>
                  <a:gd name="connsiteY352" fmla="*/ 5326169 h 6422006"/>
                  <a:gd name="connsiteX353" fmla="*/ 5314150 w 9226208"/>
                  <a:gd name="connsiteY353" fmla="*/ 5332146 h 6422006"/>
                  <a:gd name="connsiteX354" fmla="*/ 5290244 w 9226208"/>
                  <a:gd name="connsiteY354" fmla="*/ 5350075 h 6422006"/>
                  <a:gd name="connsiteX355" fmla="*/ 5272314 w 9226208"/>
                  <a:gd name="connsiteY355" fmla="*/ 5368004 h 6422006"/>
                  <a:gd name="connsiteX356" fmla="*/ 5218526 w 9226208"/>
                  <a:gd name="connsiteY356" fmla="*/ 5391910 h 6422006"/>
                  <a:gd name="connsiteX357" fmla="*/ 5164738 w 9226208"/>
                  <a:gd name="connsiteY357" fmla="*/ 5415816 h 6422006"/>
                  <a:gd name="connsiteX358" fmla="*/ 5116926 w 9226208"/>
                  <a:gd name="connsiteY358" fmla="*/ 5427769 h 6422006"/>
                  <a:gd name="connsiteX359" fmla="*/ 5087044 w 9226208"/>
                  <a:gd name="connsiteY359" fmla="*/ 5439722 h 6422006"/>
                  <a:gd name="connsiteX360" fmla="*/ 4985444 w 9226208"/>
                  <a:gd name="connsiteY360" fmla="*/ 5463628 h 6422006"/>
                  <a:gd name="connsiteX361" fmla="*/ 4967514 w 9226208"/>
                  <a:gd name="connsiteY361" fmla="*/ 5475581 h 6422006"/>
                  <a:gd name="connsiteX362" fmla="*/ 4949585 w 9226208"/>
                  <a:gd name="connsiteY362" fmla="*/ 5481557 h 6422006"/>
                  <a:gd name="connsiteX363" fmla="*/ 4955561 w 9226208"/>
                  <a:gd name="connsiteY363" fmla="*/ 5607063 h 6422006"/>
                  <a:gd name="connsiteX364" fmla="*/ 4925679 w 9226208"/>
                  <a:gd name="connsiteY364" fmla="*/ 5660851 h 6422006"/>
                  <a:gd name="connsiteX365" fmla="*/ 4836032 w 9226208"/>
                  <a:gd name="connsiteY365" fmla="*/ 5672804 h 6422006"/>
                  <a:gd name="connsiteX366" fmla="*/ 4608926 w 9226208"/>
                  <a:gd name="connsiteY366" fmla="*/ 5678781 h 6422006"/>
                  <a:gd name="connsiteX367" fmla="*/ 4579044 w 9226208"/>
                  <a:gd name="connsiteY367" fmla="*/ 5690734 h 6422006"/>
                  <a:gd name="connsiteX368" fmla="*/ 4561114 w 9226208"/>
                  <a:gd name="connsiteY368" fmla="*/ 5714640 h 6422006"/>
                  <a:gd name="connsiteX369" fmla="*/ 4543185 w 9226208"/>
                  <a:gd name="connsiteY369" fmla="*/ 5726593 h 6422006"/>
                  <a:gd name="connsiteX370" fmla="*/ 4483420 w 9226208"/>
                  <a:gd name="connsiteY370" fmla="*/ 5822216 h 6422006"/>
                  <a:gd name="connsiteX371" fmla="*/ 4465491 w 9226208"/>
                  <a:gd name="connsiteY371" fmla="*/ 5834169 h 6422006"/>
                  <a:gd name="connsiteX372" fmla="*/ 4411703 w 9226208"/>
                  <a:gd name="connsiteY372" fmla="*/ 5864051 h 6422006"/>
                  <a:gd name="connsiteX373" fmla="*/ 4405726 w 9226208"/>
                  <a:gd name="connsiteY373" fmla="*/ 5887957 h 6422006"/>
                  <a:gd name="connsiteX374" fmla="*/ 4316079 w 9226208"/>
                  <a:gd name="connsiteY374" fmla="*/ 5923816 h 6422006"/>
                  <a:gd name="connsiteX375" fmla="*/ 4268267 w 9226208"/>
                  <a:gd name="connsiteY375" fmla="*/ 5935769 h 6422006"/>
                  <a:gd name="connsiteX376" fmla="*/ 4214479 w 9226208"/>
                  <a:gd name="connsiteY376" fmla="*/ 5947722 h 6422006"/>
                  <a:gd name="connsiteX377" fmla="*/ 4160691 w 9226208"/>
                  <a:gd name="connsiteY377" fmla="*/ 6007487 h 6422006"/>
                  <a:gd name="connsiteX378" fmla="*/ 4106903 w 9226208"/>
                  <a:gd name="connsiteY378" fmla="*/ 6049322 h 6422006"/>
                  <a:gd name="connsiteX379" fmla="*/ 4071044 w 9226208"/>
                  <a:gd name="connsiteY379" fmla="*/ 6085181 h 6422006"/>
                  <a:gd name="connsiteX380" fmla="*/ 4023232 w 9226208"/>
                  <a:gd name="connsiteY380" fmla="*/ 6103110 h 6422006"/>
                  <a:gd name="connsiteX381" fmla="*/ 3975420 w 9226208"/>
                  <a:gd name="connsiteY381" fmla="*/ 6109087 h 6422006"/>
                  <a:gd name="connsiteX382" fmla="*/ 3951514 w 9226208"/>
                  <a:gd name="connsiteY382" fmla="*/ 6115063 h 6422006"/>
                  <a:gd name="connsiteX383" fmla="*/ 3909679 w 9226208"/>
                  <a:gd name="connsiteY383" fmla="*/ 6156898 h 6422006"/>
                  <a:gd name="connsiteX384" fmla="*/ 3873820 w 9226208"/>
                  <a:gd name="connsiteY384" fmla="*/ 6186781 h 6422006"/>
                  <a:gd name="connsiteX385" fmla="*/ 3855891 w 9226208"/>
                  <a:gd name="connsiteY385" fmla="*/ 6204710 h 6422006"/>
                  <a:gd name="connsiteX386" fmla="*/ 3802103 w 9226208"/>
                  <a:gd name="connsiteY386" fmla="*/ 6222640 h 6422006"/>
                  <a:gd name="connsiteX387" fmla="*/ 3784173 w 9226208"/>
                  <a:gd name="connsiteY387" fmla="*/ 6240569 h 6422006"/>
                  <a:gd name="connsiteX388" fmla="*/ 3772220 w 9226208"/>
                  <a:gd name="connsiteY388" fmla="*/ 6258498 h 6422006"/>
                  <a:gd name="connsiteX389" fmla="*/ 3742338 w 9226208"/>
                  <a:gd name="connsiteY389" fmla="*/ 6270451 h 6422006"/>
                  <a:gd name="connsiteX390" fmla="*/ 3718432 w 9226208"/>
                  <a:gd name="connsiteY390" fmla="*/ 6282404 h 6422006"/>
                  <a:gd name="connsiteX391" fmla="*/ 3700503 w 9226208"/>
                  <a:gd name="connsiteY391" fmla="*/ 6294357 h 6422006"/>
                  <a:gd name="connsiteX392" fmla="*/ 3616832 w 9226208"/>
                  <a:gd name="connsiteY392" fmla="*/ 6300334 h 6422006"/>
                  <a:gd name="connsiteX393" fmla="*/ 3586950 w 9226208"/>
                  <a:gd name="connsiteY393" fmla="*/ 6312287 h 6422006"/>
                  <a:gd name="connsiteX394" fmla="*/ 3563044 w 9226208"/>
                  <a:gd name="connsiteY394" fmla="*/ 6318263 h 6422006"/>
                  <a:gd name="connsiteX395" fmla="*/ 3551091 w 9226208"/>
                  <a:gd name="connsiteY395" fmla="*/ 6342169 h 6422006"/>
                  <a:gd name="connsiteX396" fmla="*/ 3515232 w 9226208"/>
                  <a:gd name="connsiteY396" fmla="*/ 6354122 h 6422006"/>
                  <a:gd name="connsiteX397" fmla="*/ 3491326 w 9226208"/>
                  <a:gd name="connsiteY397" fmla="*/ 6372051 h 6422006"/>
                  <a:gd name="connsiteX398" fmla="*/ 2959420 w 9226208"/>
                  <a:gd name="connsiteY398" fmla="*/ 6378028 h 6422006"/>
                  <a:gd name="connsiteX399" fmla="*/ 2911608 w 9226208"/>
                  <a:gd name="connsiteY399" fmla="*/ 6354122 h 6422006"/>
                  <a:gd name="connsiteX400" fmla="*/ 2869773 w 9226208"/>
                  <a:gd name="connsiteY400" fmla="*/ 6312287 h 6422006"/>
                  <a:gd name="connsiteX401" fmla="*/ 2851844 w 9226208"/>
                  <a:gd name="connsiteY401" fmla="*/ 6300334 h 6422006"/>
                  <a:gd name="connsiteX402" fmla="*/ 2827938 w 9226208"/>
                  <a:gd name="connsiteY402" fmla="*/ 6282404 h 6422006"/>
                  <a:gd name="connsiteX403" fmla="*/ 2810008 w 9226208"/>
                  <a:gd name="connsiteY403" fmla="*/ 6276428 h 6422006"/>
                  <a:gd name="connsiteX404" fmla="*/ 2780126 w 9226208"/>
                  <a:gd name="connsiteY404" fmla="*/ 6264475 h 6422006"/>
                  <a:gd name="connsiteX405" fmla="*/ 2756220 w 9226208"/>
                  <a:gd name="connsiteY405" fmla="*/ 6246546 h 6422006"/>
                  <a:gd name="connsiteX406" fmla="*/ 2738291 w 9226208"/>
                  <a:gd name="connsiteY406" fmla="*/ 6228616 h 6422006"/>
                  <a:gd name="connsiteX407" fmla="*/ 2696455 w 9226208"/>
                  <a:gd name="connsiteY407" fmla="*/ 6222640 h 6422006"/>
                  <a:gd name="connsiteX408" fmla="*/ 2678526 w 9226208"/>
                  <a:gd name="connsiteY408" fmla="*/ 6210687 h 6422006"/>
                  <a:gd name="connsiteX409" fmla="*/ 2600832 w 9226208"/>
                  <a:gd name="connsiteY409" fmla="*/ 6186781 h 6422006"/>
                  <a:gd name="connsiteX410" fmla="*/ 2558997 w 9226208"/>
                  <a:gd name="connsiteY410" fmla="*/ 6168851 h 6422006"/>
                  <a:gd name="connsiteX411" fmla="*/ 2541067 w 9226208"/>
                  <a:gd name="connsiteY411" fmla="*/ 6162875 h 6422006"/>
                  <a:gd name="connsiteX412" fmla="*/ 2505208 w 9226208"/>
                  <a:gd name="connsiteY412" fmla="*/ 6132993 h 6422006"/>
                  <a:gd name="connsiteX413" fmla="*/ 2391655 w 9226208"/>
                  <a:gd name="connsiteY413" fmla="*/ 6103110 h 6422006"/>
                  <a:gd name="connsiteX414" fmla="*/ 2337867 w 9226208"/>
                  <a:gd name="connsiteY414" fmla="*/ 6049322 h 6422006"/>
                  <a:gd name="connsiteX415" fmla="*/ 2313961 w 9226208"/>
                  <a:gd name="connsiteY415" fmla="*/ 6007487 h 6422006"/>
                  <a:gd name="connsiteX416" fmla="*/ 2307985 w 9226208"/>
                  <a:gd name="connsiteY416" fmla="*/ 5989557 h 6422006"/>
                  <a:gd name="connsiteX417" fmla="*/ 2242244 w 9226208"/>
                  <a:gd name="connsiteY417" fmla="*/ 5923816 h 6422006"/>
                  <a:gd name="connsiteX418" fmla="*/ 2200408 w 9226208"/>
                  <a:gd name="connsiteY418" fmla="*/ 5876004 h 6422006"/>
                  <a:gd name="connsiteX419" fmla="*/ 2194432 w 9226208"/>
                  <a:gd name="connsiteY419" fmla="*/ 5858075 h 6422006"/>
                  <a:gd name="connsiteX420" fmla="*/ 2164550 w 9226208"/>
                  <a:gd name="connsiteY420" fmla="*/ 5840146 h 6422006"/>
                  <a:gd name="connsiteX421" fmla="*/ 2146620 w 9226208"/>
                  <a:gd name="connsiteY421" fmla="*/ 5822216 h 6422006"/>
                  <a:gd name="connsiteX422" fmla="*/ 2140644 w 9226208"/>
                  <a:gd name="connsiteY422" fmla="*/ 5786357 h 6422006"/>
                  <a:gd name="connsiteX423" fmla="*/ 2122714 w 9226208"/>
                  <a:gd name="connsiteY423" fmla="*/ 5762451 h 6422006"/>
                  <a:gd name="connsiteX424" fmla="*/ 2116738 w 9226208"/>
                  <a:gd name="connsiteY424" fmla="*/ 5744522 h 6422006"/>
                  <a:gd name="connsiteX425" fmla="*/ 2098808 w 9226208"/>
                  <a:gd name="connsiteY425" fmla="*/ 5726593 h 6422006"/>
                  <a:gd name="connsiteX426" fmla="*/ 2068926 w 9226208"/>
                  <a:gd name="connsiteY426" fmla="*/ 5684757 h 6422006"/>
                  <a:gd name="connsiteX427" fmla="*/ 2050997 w 9226208"/>
                  <a:gd name="connsiteY427" fmla="*/ 5630969 h 6422006"/>
                  <a:gd name="connsiteX428" fmla="*/ 2045020 w 9226208"/>
                  <a:gd name="connsiteY428" fmla="*/ 5607063 h 6422006"/>
                  <a:gd name="connsiteX429" fmla="*/ 2033067 w 9226208"/>
                  <a:gd name="connsiteY429" fmla="*/ 5577181 h 6422006"/>
                  <a:gd name="connsiteX430" fmla="*/ 2027091 w 9226208"/>
                  <a:gd name="connsiteY430" fmla="*/ 5553275 h 6422006"/>
                  <a:gd name="connsiteX431" fmla="*/ 1997208 w 9226208"/>
                  <a:gd name="connsiteY431" fmla="*/ 5499487 h 6422006"/>
                  <a:gd name="connsiteX432" fmla="*/ 1991232 w 9226208"/>
                  <a:gd name="connsiteY432" fmla="*/ 5481557 h 6422006"/>
                  <a:gd name="connsiteX433" fmla="*/ 1985255 w 9226208"/>
                  <a:gd name="connsiteY433" fmla="*/ 5457651 h 6422006"/>
                  <a:gd name="connsiteX434" fmla="*/ 1967326 w 9226208"/>
                  <a:gd name="connsiteY434" fmla="*/ 5451675 h 6422006"/>
                  <a:gd name="connsiteX435" fmla="*/ 1937444 w 9226208"/>
                  <a:gd name="connsiteY435" fmla="*/ 5397887 h 6422006"/>
                  <a:gd name="connsiteX436" fmla="*/ 1913538 w 9226208"/>
                  <a:gd name="connsiteY436" fmla="*/ 5362028 h 6422006"/>
                  <a:gd name="connsiteX437" fmla="*/ 1907561 w 9226208"/>
                  <a:gd name="connsiteY437" fmla="*/ 5344098 h 6422006"/>
                  <a:gd name="connsiteX438" fmla="*/ 1889632 w 9226208"/>
                  <a:gd name="connsiteY438" fmla="*/ 5320193 h 6422006"/>
                  <a:gd name="connsiteX439" fmla="*/ 1889632 w 9226208"/>
                  <a:gd name="connsiteY439" fmla="*/ 5320193 h 6422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</a:cxnLst>
                <a:rect l="l" t="t" r="r" b="b"/>
                <a:pathLst>
                  <a:path w="9226208" h="6422006">
                    <a:moveTo>
                      <a:pt x="1811938" y="5308240"/>
                    </a:moveTo>
                    <a:lnTo>
                      <a:pt x="1811938" y="5308240"/>
                    </a:lnTo>
                    <a:cubicBezTo>
                      <a:pt x="1790024" y="5312224"/>
                      <a:pt x="1768466" y="5319765"/>
                      <a:pt x="1746197" y="5320193"/>
                    </a:cubicBezTo>
                    <a:cubicBezTo>
                      <a:pt x="1525962" y="5324428"/>
                      <a:pt x="1576274" y="5339252"/>
                      <a:pt x="1483232" y="5308240"/>
                    </a:cubicBezTo>
                    <a:cubicBezTo>
                      <a:pt x="1456499" y="5268140"/>
                      <a:pt x="1487991" y="5307428"/>
                      <a:pt x="1453350" y="5284334"/>
                    </a:cubicBezTo>
                    <a:cubicBezTo>
                      <a:pt x="1446317" y="5279646"/>
                      <a:pt x="1441913" y="5271815"/>
                      <a:pt x="1435420" y="5266404"/>
                    </a:cubicBezTo>
                    <a:cubicBezTo>
                      <a:pt x="1429902" y="5261806"/>
                      <a:pt x="1423467" y="5258435"/>
                      <a:pt x="1417491" y="5254451"/>
                    </a:cubicBezTo>
                    <a:cubicBezTo>
                      <a:pt x="1413507" y="5248475"/>
                      <a:pt x="1408750" y="5242946"/>
                      <a:pt x="1405538" y="5236522"/>
                    </a:cubicBezTo>
                    <a:cubicBezTo>
                      <a:pt x="1402721" y="5230887"/>
                      <a:pt x="1403055" y="5223835"/>
                      <a:pt x="1399561" y="5218593"/>
                    </a:cubicBezTo>
                    <a:cubicBezTo>
                      <a:pt x="1390357" y="5204786"/>
                      <a:pt x="1376934" y="5197531"/>
                      <a:pt x="1363703" y="5188710"/>
                    </a:cubicBezTo>
                    <a:cubicBezTo>
                      <a:pt x="1352345" y="5154640"/>
                      <a:pt x="1366961" y="5183276"/>
                      <a:pt x="1327844" y="5158828"/>
                    </a:cubicBezTo>
                    <a:cubicBezTo>
                      <a:pt x="1320677" y="5154348"/>
                      <a:pt x="1315891" y="5146875"/>
                      <a:pt x="1309914" y="5140898"/>
                    </a:cubicBezTo>
                    <a:cubicBezTo>
                      <a:pt x="1300104" y="5111465"/>
                      <a:pt x="1310962" y="5131811"/>
                      <a:pt x="1286008" y="5111016"/>
                    </a:cubicBezTo>
                    <a:cubicBezTo>
                      <a:pt x="1279515" y="5105605"/>
                      <a:pt x="1274957" y="5098000"/>
                      <a:pt x="1268079" y="5093087"/>
                    </a:cubicBezTo>
                    <a:cubicBezTo>
                      <a:pt x="1248261" y="5078931"/>
                      <a:pt x="1245750" y="5083517"/>
                      <a:pt x="1226244" y="5075157"/>
                    </a:cubicBezTo>
                    <a:cubicBezTo>
                      <a:pt x="1214826" y="5070263"/>
                      <a:pt x="1197975" y="5059037"/>
                      <a:pt x="1184408" y="5057228"/>
                    </a:cubicBezTo>
                    <a:cubicBezTo>
                      <a:pt x="1160630" y="5054058"/>
                      <a:pt x="1136597" y="5053243"/>
                      <a:pt x="1112691" y="5051251"/>
                    </a:cubicBezTo>
                    <a:cubicBezTo>
                      <a:pt x="1094762" y="5043283"/>
                      <a:pt x="1077937" y="5032105"/>
                      <a:pt x="1058903" y="5027346"/>
                    </a:cubicBezTo>
                    <a:cubicBezTo>
                      <a:pt x="1037556" y="5022009"/>
                      <a:pt x="1014866" y="5024987"/>
                      <a:pt x="993161" y="5021369"/>
                    </a:cubicBezTo>
                    <a:cubicBezTo>
                      <a:pt x="979482" y="5019089"/>
                      <a:pt x="950224" y="5009049"/>
                      <a:pt x="933397" y="5003440"/>
                    </a:cubicBezTo>
                    <a:cubicBezTo>
                      <a:pt x="927420" y="4999456"/>
                      <a:pt x="922193" y="4994009"/>
                      <a:pt x="915467" y="4991487"/>
                    </a:cubicBezTo>
                    <a:cubicBezTo>
                      <a:pt x="905956" y="4987920"/>
                      <a:pt x="894405" y="4990550"/>
                      <a:pt x="885585" y="4985510"/>
                    </a:cubicBezTo>
                    <a:cubicBezTo>
                      <a:pt x="879349" y="4981946"/>
                      <a:pt x="879241" y="4972068"/>
                      <a:pt x="873632" y="4967581"/>
                    </a:cubicBezTo>
                    <a:cubicBezTo>
                      <a:pt x="868713" y="4963646"/>
                      <a:pt x="861679" y="4963596"/>
                      <a:pt x="855703" y="4961604"/>
                    </a:cubicBezTo>
                    <a:cubicBezTo>
                      <a:pt x="851719" y="4955628"/>
                      <a:pt x="846962" y="4950099"/>
                      <a:pt x="843750" y="4943675"/>
                    </a:cubicBezTo>
                    <a:cubicBezTo>
                      <a:pt x="840933" y="4938040"/>
                      <a:pt x="842228" y="4930201"/>
                      <a:pt x="837773" y="4925746"/>
                    </a:cubicBezTo>
                    <a:cubicBezTo>
                      <a:pt x="833318" y="4921291"/>
                      <a:pt x="825479" y="4922586"/>
                      <a:pt x="819844" y="4919769"/>
                    </a:cubicBezTo>
                    <a:cubicBezTo>
                      <a:pt x="773510" y="4896601"/>
                      <a:pt x="829042" y="4916858"/>
                      <a:pt x="783985" y="4901840"/>
                    </a:cubicBezTo>
                    <a:cubicBezTo>
                      <a:pt x="778008" y="4897856"/>
                      <a:pt x="770785" y="4895293"/>
                      <a:pt x="766055" y="4889887"/>
                    </a:cubicBezTo>
                    <a:cubicBezTo>
                      <a:pt x="756595" y="4879076"/>
                      <a:pt x="756320" y="4856390"/>
                      <a:pt x="742150" y="4854028"/>
                    </a:cubicBezTo>
                    <a:cubicBezTo>
                      <a:pt x="657112" y="4839854"/>
                      <a:pt x="762749" y="4858441"/>
                      <a:pt x="658479" y="4836098"/>
                    </a:cubicBezTo>
                    <a:cubicBezTo>
                      <a:pt x="646630" y="4833559"/>
                      <a:pt x="634573" y="4832114"/>
                      <a:pt x="622620" y="4830122"/>
                    </a:cubicBezTo>
                    <a:cubicBezTo>
                      <a:pt x="588560" y="4796062"/>
                      <a:pt x="622923" y="4824275"/>
                      <a:pt x="580785" y="4806216"/>
                    </a:cubicBezTo>
                    <a:cubicBezTo>
                      <a:pt x="526927" y="4783134"/>
                      <a:pt x="608754" y="4803442"/>
                      <a:pt x="532973" y="4788287"/>
                    </a:cubicBezTo>
                    <a:cubicBezTo>
                      <a:pt x="520844" y="4739768"/>
                      <a:pt x="538337" y="4781169"/>
                      <a:pt x="509067" y="4758404"/>
                    </a:cubicBezTo>
                    <a:cubicBezTo>
                      <a:pt x="495724" y="4748026"/>
                      <a:pt x="489882" y="4725325"/>
                      <a:pt x="473208" y="4722546"/>
                    </a:cubicBezTo>
                    <a:cubicBezTo>
                      <a:pt x="431136" y="4715533"/>
                      <a:pt x="448846" y="4720401"/>
                      <a:pt x="419420" y="4710593"/>
                    </a:cubicBezTo>
                    <a:cubicBezTo>
                      <a:pt x="415436" y="4700632"/>
                      <a:pt x="414335" y="4688952"/>
                      <a:pt x="407467" y="4680710"/>
                    </a:cubicBezTo>
                    <a:cubicBezTo>
                      <a:pt x="403434" y="4675871"/>
                      <a:pt x="395173" y="4677551"/>
                      <a:pt x="389538" y="4674734"/>
                    </a:cubicBezTo>
                    <a:cubicBezTo>
                      <a:pt x="375120" y="4667525"/>
                      <a:pt x="355950" y="4654334"/>
                      <a:pt x="341726" y="4644851"/>
                    </a:cubicBezTo>
                    <a:cubicBezTo>
                      <a:pt x="321237" y="4583381"/>
                      <a:pt x="354248" y="4666480"/>
                      <a:pt x="317820" y="4620946"/>
                    </a:cubicBezTo>
                    <a:cubicBezTo>
                      <a:pt x="312689" y="4614532"/>
                      <a:pt x="315919" y="4604172"/>
                      <a:pt x="311844" y="4597040"/>
                    </a:cubicBezTo>
                    <a:cubicBezTo>
                      <a:pt x="301296" y="4578580"/>
                      <a:pt x="290358" y="4579933"/>
                      <a:pt x="275985" y="4567157"/>
                    </a:cubicBezTo>
                    <a:cubicBezTo>
                      <a:pt x="243808" y="4538555"/>
                      <a:pt x="243949" y="4536395"/>
                      <a:pt x="222197" y="4507393"/>
                    </a:cubicBezTo>
                    <a:cubicBezTo>
                      <a:pt x="220205" y="4501416"/>
                      <a:pt x="220675" y="4493918"/>
                      <a:pt x="216220" y="4489463"/>
                    </a:cubicBezTo>
                    <a:cubicBezTo>
                      <a:pt x="206062" y="4479305"/>
                      <a:pt x="191701" y="4474377"/>
                      <a:pt x="180361" y="4465557"/>
                    </a:cubicBezTo>
                    <a:cubicBezTo>
                      <a:pt x="173690" y="4460368"/>
                      <a:pt x="168408" y="4453604"/>
                      <a:pt x="162432" y="4447628"/>
                    </a:cubicBezTo>
                    <a:cubicBezTo>
                      <a:pt x="160606" y="4440324"/>
                      <a:pt x="151204" y="4397524"/>
                      <a:pt x="144503" y="4381887"/>
                    </a:cubicBezTo>
                    <a:cubicBezTo>
                      <a:pt x="122344" y="4330182"/>
                      <a:pt x="140592" y="4382106"/>
                      <a:pt x="126573" y="4340051"/>
                    </a:cubicBezTo>
                    <a:cubicBezTo>
                      <a:pt x="121742" y="4257921"/>
                      <a:pt x="143406" y="4171065"/>
                      <a:pt x="96691" y="4100993"/>
                    </a:cubicBezTo>
                    <a:cubicBezTo>
                      <a:pt x="92002" y="4093960"/>
                      <a:pt x="84738" y="4089040"/>
                      <a:pt x="78761" y="4083063"/>
                    </a:cubicBezTo>
                    <a:cubicBezTo>
                      <a:pt x="76769" y="4073102"/>
                      <a:pt x="76911" y="4062463"/>
                      <a:pt x="72785" y="4053181"/>
                    </a:cubicBezTo>
                    <a:cubicBezTo>
                      <a:pt x="52791" y="4008196"/>
                      <a:pt x="56919" y="4048869"/>
                      <a:pt x="48879" y="4011346"/>
                    </a:cubicBezTo>
                    <a:cubicBezTo>
                      <a:pt x="46840" y="4001830"/>
                      <a:pt x="37087" y="3927917"/>
                      <a:pt x="24973" y="3909746"/>
                    </a:cubicBezTo>
                    <a:lnTo>
                      <a:pt x="13020" y="3891816"/>
                    </a:lnTo>
                    <a:cubicBezTo>
                      <a:pt x="-11007" y="3579442"/>
                      <a:pt x="2550" y="3787246"/>
                      <a:pt x="18997" y="3090969"/>
                    </a:cubicBezTo>
                    <a:cubicBezTo>
                      <a:pt x="20017" y="3047771"/>
                      <a:pt x="21163" y="3057396"/>
                      <a:pt x="54855" y="3037181"/>
                    </a:cubicBezTo>
                    <a:cubicBezTo>
                      <a:pt x="64816" y="3007299"/>
                      <a:pt x="77098" y="2978092"/>
                      <a:pt x="84738" y="2947534"/>
                    </a:cubicBezTo>
                    <a:cubicBezTo>
                      <a:pt x="98219" y="2893611"/>
                      <a:pt x="91496" y="2915307"/>
                      <a:pt x="102667" y="2881793"/>
                    </a:cubicBezTo>
                    <a:cubicBezTo>
                      <a:pt x="104659" y="2867848"/>
                      <a:pt x="103412" y="2853036"/>
                      <a:pt x="108644" y="2839957"/>
                    </a:cubicBezTo>
                    <a:cubicBezTo>
                      <a:pt x="111783" y="2832110"/>
                      <a:pt x="121602" y="2828863"/>
                      <a:pt x="126573" y="2822028"/>
                    </a:cubicBezTo>
                    <a:cubicBezTo>
                      <a:pt x="181548" y="2746436"/>
                      <a:pt x="133895" y="2796775"/>
                      <a:pt x="174385" y="2756287"/>
                    </a:cubicBezTo>
                    <a:cubicBezTo>
                      <a:pt x="179262" y="2741654"/>
                      <a:pt x="183082" y="2727376"/>
                      <a:pt x="192314" y="2714451"/>
                    </a:cubicBezTo>
                    <a:cubicBezTo>
                      <a:pt x="197227" y="2707573"/>
                      <a:pt x="204267" y="2702498"/>
                      <a:pt x="210244" y="2696522"/>
                    </a:cubicBezTo>
                    <a:cubicBezTo>
                      <a:pt x="214396" y="2684066"/>
                      <a:pt x="219967" y="2664534"/>
                      <a:pt x="228173" y="2654687"/>
                    </a:cubicBezTo>
                    <a:cubicBezTo>
                      <a:pt x="232771" y="2649169"/>
                      <a:pt x="240585" y="2647332"/>
                      <a:pt x="246103" y="2642734"/>
                    </a:cubicBezTo>
                    <a:cubicBezTo>
                      <a:pt x="252596" y="2637323"/>
                      <a:pt x="258843" y="2631476"/>
                      <a:pt x="264032" y="2624804"/>
                    </a:cubicBezTo>
                    <a:cubicBezTo>
                      <a:pt x="301575" y="2576534"/>
                      <a:pt x="271159" y="2600132"/>
                      <a:pt x="305867" y="2576993"/>
                    </a:cubicBezTo>
                    <a:cubicBezTo>
                      <a:pt x="314069" y="2503184"/>
                      <a:pt x="299997" y="2542482"/>
                      <a:pt x="335750" y="2493322"/>
                    </a:cubicBezTo>
                    <a:cubicBezTo>
                      <a:pt x="344199" y="2481704"/>
                      <a:pt x="359655" y="2457463"/>
                      <a:pt x="359655" y="2457463"/>
                    </a:cubicBezTo>
                    <a:cubicBezTo>
                      <a:pt x="361647" y="2441526"/>
                      <a:pt x="360143" y="2424745"/>
                      <a:pt x="365632" y="2409651"/>
                    </a:cubicBezTo>
                    <a:cubicBezTo>
                      <a:pt x="368520" y="2401708"/>
                      <a:pt x="378150" y="2398215"/>
                      <a:pt x="383561" y="2391722"/>
                    </a:cubicBezTo>
                    <a:cubicBezTo>
                      <a:pt x="412692" y="2356766"/>
                      <a:pt x="373609" y="2390222"/>
                      <a:pt x="419420" y="2355863"/>
                    </a:cubicBezTo>
                    <a:cubicBezTo>
                      <a:pt x="433546" y="2299362"/>
                      <a:pt x="411256" y="2371095"/>
                      <a:pt x="461255" y="2296098"/>
                    </a:cubicBezTo>
                    <a:cubicBezTo>
                      <a:pt x="495507" y="2244721"/>
                      <a:pt x="454443" y="2309722"/>
                      <a:pt x="479185" y="2260240"/>
                    </a:cubicBezTo>
                    <a:cubicBezTo>
                      <a:pt x="490316" y="2237979"/>
                      <a:pt x="492542" y="2244211"/>
                      <a:pt x="509067" y="2224381"/>
                    </a:cubicBezTo>
                    <a:cubicBezTo>
                      <a:pt x="533969" y="2194498"/>
                      <a:pt x="506079" y="2216412"/>
                      <a:pt x="538950" y="2194498"/>
                    </a:cubicBezTo>
                    <a:cubicBezTo>
                      <a:pt x="545544" y="2179113"/>
                      <a:pt x="555169" y="2149639"/>
                      <a:pt x="568832" y="2134734"/>
                    </a:cubicBezTo>
                    <a:cubicBezTo>
                      <a:pt x="585966" y="2116043"/>
                      <a:pt x="607882" y="2101579"/>
                      <a:pt x="622620" y="2080946"/>
                    </a:cubicBezTo>
                    <a:cubicBezTo>
                      <a:pt x="693659" y="1981491"/>
                      <a:pt x="627649" y="2029782"/>
                      <a:pt x="676408" y="1997275"/>
                    </a:cubicBezTo>
                    <a:cubicBezTo>
                      <a:pt x="714005" y="1940882"/>
                      <a:pt x="648314" y="2036875"/>
                      <a:pt x="718244" y="1949463"/>
                    </a:cubicBezTo>
                    <a:cubicBezTo>
                      <a:pt x="749038" y="1910971"/>
                      <a:pt x="719934" y="1924994"/>
                      <a:pt x="754103" y="1913604"/>
                    </a:cubicBezTo>
                    <a:cubicBezTo>
                      <a:pt x="822904" y="1844803"/>
                      <a:pt x="734762" y="1938290"/>
                      <a:pt x="778008" y="1877746"/>
                    </a:cubicBezTo>
                    <a:cubicBezTo>
                      <a:pt x="784558" y="1868576"/>
                      <a:pt x="794580" y="1862396"/>
                      <a:pt x="801914" y="1853840"/>
                    </a:cubicBezTo>
                    <a:cubicBezTo>
                      <a:pt x="806589" y="1848386"/>
                      <a:pt x="809095" y="1841279"/>
                      <a:pt x="813867" y="1835910"/>
                    </a:cubicBezTo>
                    <a:cubicBezTo>
                      <a:pt x="825097" y="1823276"/>
                      <a:pt x="839583" y="1813574"/>
                      <a:pt x="849726" y="1800051"/>
                    </a:cubicBezTo>
                    <a:cubicBezTo>
                      <a:pt x="855702" y="1792083"/>
                      <a:pt x="860092" y="1782628"/>
                      <a:pt x="867655" y="1776146"/>
                    </a:cubicBezTo>
                    <a:cubicBezTo>
                      <a:pt x="874419" y="1770348"/>
                      <a:pt x="883592" y="1768177"/>
                      <a:pt x="891561" y="1764193"/>
                    </a:cubicBezTo>
                    <a:cubicBezTo>
                      <a:pt x="895545" y="1758216"/>
                      <a:pt x="898742" y="1751632"/>
                      <a:pt x="903514" y="1746263"/>
                    </a:cubicBezTo>
                    <a:cubicBezTo>
                      <a:pt x="903537" y="1746238"/>
                      <a:pt x="948326" y="1701452"/>
                      <a:pt x="957303" y="1692475"/>
                    </a:cubicBezTo>
                    <a:cubicBezTo>
                      <a:pt x="963279" y="1686499"/>
                      <a:pt x="970544" y="1681578"/>
                      <a:pt x="975232" y="1674546"/>
                    </a:cubicBezTo>
                    <a:cubicBezTo>
                      <a:pt x="1004358" y="1630856"/>
                      <a:pt x="968802" y="1685797"/>
                      <a:pt x="999138" y="1632710"/>
                    </a:cubicBezTo>
                    <a:cubicBezTo>
                      <a:pt x="1002702" y="1626474"/>
                      <a:pt x="1005482" y="1619268"/>
                      <a:pt x="1011091" y="1614781"/>
                    </a:cubicBezTo>
                    <a:cubicBezTo>
                      <a:pt x="1016010" y="1610846"/>
                      <a:pt x="1023044" y="1610796"/>
                      <a:pt x="1029020" y="1608804"/>
                    </a:cubicBezTo>
                    <a:cubicBezTo>
                      <a:pt x="1031012" y="1602828"/>
                      <a:pt x="1030542" y="1595329"/>
                      <a:pt x="1034997" y="1590875"/>
                    </a:cubicBezTo>
                    <a:cubicBezTo>
                      <a:pt x="1043211" y="1582661"/>
                      <a:pt x="1055029" y="1579102"/>
                      <a:pt x="1064879" y="1572946"/>
                    </a:cubicBezTo>
                    <a:cubicBezTo>
                      <a:pt x="1070970" y="1569139"/>
                      <a:pt x="1076832" y="1564977"/>
                      <a:pt x="1082808" y="1560993"/>
                    </a:cubicBezTo>
                    <a:cubicBezTo>
                      <a:pt x="1084800" y="1555016"/>
                      <a:pt x="1084849" y="1547983"/>
                      <a:pt x="1088785" y="1543063"/>
                    </a:cubicBezTo>
                    <a:cubicBezTo>
                      <a:pt x="1093272" y="1537454"/>
                      <a:pt x="1101196" y="1535708"/>
                      <a:pt x="1106714" y="1531110"/>
                    </a:cubicBezTo>
                    <a:cubicBezTo>
                      <a:pt x="1113207" y="1525699"/>
                      <a:pt x="1118667" y="1519157"/>
                      <a:pt x="1124644" y="1513181"/>
                    </a:cubicBezTo>
                    <a:cubicBezTo>
                      <a:pt x="1135395" y="1480924"/>
                      <a:pt x="1122216" y="1506376"/>
                      <a:pt x="1154526" y="1483298"/>
                    </a:cubicBezTo>
                    <a:cubicBezTo>
                      <a:pt x="1161404" y="1478385"/>
                      <a:pt x="1167044" y="1471862"/>
                      <a:pt x="1172455" y="1465369"/>
                    </a:cubicBezTo>
                    <a:cubicBezTo>
                      <a:pt x="1177053" y="1459851"/>
                      <a:pt x="1178799" y="1451927"/>
                      <a:pt x="1184408" y="1447440"/>
                    </a:cubicBezTo>
                    <a:cubicBezTo>
                      <a:pt x="1189328" y="1443504"/>
                      <a:pt x="1196361" y="1443455"/>
                      <a:pt x="1202338" y="1441463"/>
                    </a:cubicBezTo>
                    <a:cubicBezTo>
                      <a:pt x="1206322" y="1435487"/>
                      <a:pt x="1211079" y="1429958"/>
                      <a:pt x="1214291" y="1423534"/>
                    </a:cubicBezTo>
                    <a:cubicBezTo>
                      <a:pt x="1217108" y="1417899"/>
                      <a:pt x="1216332" y="1410523"/>
                      <a:pt x="1220267" y="1405604"/>
                    </a:cubicBezTo>
                    <a:cubicBezTo>
                      <a:pt x="1228693" y="1395072"/>
                      <a:pt x="1244315" y="1391612"/>
                      <a:pt x="1256126" y="1387675"/>
                    </a:cubicBezTo>
                    <a:cubicBezTo>
                      <a:pt x="1276174" y="1374309"/>
                      <a:pt x="1278300" y="1375765"/>
                      <a:pt x="1291985" y="1351816"/>
                    </a:cubicBezTo>
                    <a:cubicBezTo>
                      <a:pt x="1295110" y="1346346"/>
                      <a:pt x="1293507" y="1338341"/>
                      <a:pt x="1297961" y="1333887"/>
                    </a:cubicBezTo>
                    <a:cubicBezTo>
                      <a:pt x="1312076" y="1319772"/>
                      <a:pt x="1328304" y="1315804"/>
                      <a:pt x="1345773" y="1309981"/>
                    </a:cubicBezTo>
                    <a:cubicBezTo>
                      <a:pt x="1347765" y="1304004"/>
                      <a:pt x="1346910" y="1296084"/>
                      <a:pt x="1351750" y="1292051"/>
                    </a:cubicBezTo>
                    <a:cubicBezTo>
                      <a:pt x="1364165" y="1281705"/>
                      <a:pt x="1396581" y="1277108"/>
                      <a:pt x="1411514" y="1274122"/>
                    </a:cubicBezTo>
                    <a:cubicBezTo>
                      <a:pt x="1468713" y="1216926"/>
                      <a:pt x="1395477" y="1284813"/>
                      <a:pt x="1447373" y="1250216"/>
                    </a:cubicBezTo>
                    <a:cubicBezTo>
                      <a:pt x="1454406" y="1245528"/>
                      <a:pt x="1458810" y="1237698"/>
                      <a:pt x="1465303" y="1232287"/>
                    </a:cubicBezTo>
                    <a:cubicBezTo>
                      <a:pt x="1480751" y="1219414"/>
                      <a:pt x="1483191" y="1220348"/>
                      <a:pt x="1501161" y="1214357"/>
                    </a:cubicBezTo>
                    <a:lnTo>
                      <a:pt x="1537020" y="1178498"/>
                    </a:lnTo>
                    <a:lnTo>
                      <a:pt x="1554950" y="1160569"/>
                    </a:lnTo>
                    <a:cubicBezTo>
                      <a:pt x="1567558" y="1122743"/>
                      <a:pt x="1549234" y="1160420"/>
                      <a:pt x="1590808" y="1136663"/>
                    </a:cubicBezTo>
                    <a:cubicBezTo>
                      <a:pt x="1597044" y="1133099"/>
                      <a:pt x="1596916" y="1122909"/>
                      <a:pt x="1602761" y="1118734"/>
                    </a:cubicBezTo>
                    <a:cubicBezTo>
                      <a:pt x="1615138" y="1109893"/>
                      <a:pt x="1636180" y="1106973"/>
                      <a:pt x="1650573" y="1100804"/>
                    </a:cubicBezTo>
                    <a:cubicBezTo>
                      <a:pt x="1658762" y="1097294"/>
                      <a:pt x="1666290" y="1092360"/>
                      <a:pt x="1674479" y="1088851"/>
                    </a:cubicBezTo>
                    <a:cubicBezTo>
                      <a:pt x="1704784" y="1075863"/>
                      <a:pt x="1680319" y="1090159"/>
                      <a:pt x="1716314" y="1076898"/>
                    </a:cubicBezTo>
                    <a:cubicBezTo>
                      <a:pt x="1746514" y="1065772"/>
                      <a:pt x="1805961" y="1041040"/>
                      <a:pt x="1805961" y="1041040"/>
                    </a:cubicBezTo>
                    <a:cubicBezTo>
                      <a:pt x="1816994" y="1030007"/>
                      <a:pt x="1833557" y="1011753"/>
                      <a:pt x="1847797" y="1005181"/>
                    </a:cubicBezTo>
                    <a:cubicBezTo>
                      <a:pt x="1864957" y="997261"/>
                      <a:pt x="1883889" y="993887"/>
                      <a:pt x="1901585" y="987251"/>
                    </a:cubicBezTo>
                    <a:lnTo>
                      <a:pt x="1949397" y="969322"/>
                    </a:lnTo>
                    <a:cubicBezTo>
                      <a:pt x="1966815" y="963101"/>
                      <a:pt x="1993002" y="956958"/>
                      <a:pt x="2009161" y="945416"/>
                    </a:cubicBezTo>
                    <a:cubicBezTo>
                      <a:pt x="2016039" y="940503"/>
                      <a:pt x="2021680" y="933980"/>
                      <a:pt x="2027091" y="927487"/>
                    </a:cubicBezTo>
                    <a:cubicBezTo>
                      <a:pt x="2035917" y="916896"/>
                      <a:pt x="2045840" y="897684"/>
                      <a:pt x="2050997" y="885651"/>
                    </a:cubicBezTo>
                    <a:cubicBezTo>
                      <a:pt x="2053478" y="879861"/>
                      <a:pt x="2054156" y="873357"/>
                      <a:pt x="2056973" y="867722"/>
                    </a:cubicBezTo>
                    <a:cubicBezTo>
                      <a:pt x="2060185" y="861298"/>
                      <a:pt x="2064942" y="855769"/>
                      <a:pt x="2068926" y="849793"/>
                    </a:cubicBezTo>
                    <a:cubicBezTo>
                      <a:pt x="2070918" y="879675"/>
                      <a:pt x="2053726" y="918263"/>
                      <a:pt x="2074903" y="939440"/>
                    </a:cubicBezTo>
                    <a:cubicBezTo>
                      <a:pt x="2092040" y="956577"/>
                      <a:pt x="2123797" y="935638"/>
                      <a:pt x="2146620" y="927487"/>
                    </a:cubicBezTo>
                    <a:cubicBezTo>
                      <a:pt x="2153385" y="925071"/>
                      <a:pt x="2152482" y="913364"/>
                      <a:pt x="2158573" y="909557"/>
                    </a:cubicBezTo>
                    <a:cubicBezTo>
                      <a:pt x="2169257" y="902879"/>
                      <a:pt x="2182406" y="901362"/>
                      <a:pt x="2194432" y="897604"/>
                    </a:cubicBezTo>
                    <a:cubicBezTo>
                      <a:pt x="2256201" y="878301"/>
                      <a:pt x="2237575" y="883000"/>
                      <a:pt x="2284079" y="873698"/>
                    </a:cubicBezTo>
                    <a:cubicBezTo>
                      <a:pt x="2286071" y="867722"/>
                      <a:pt x="2286561" y="861011"/>
                      <a:pt x="2290055" y="855769"/>
                    </a:cubicBezTo>
                    <a:cubicBezTo>
                      <a:pt x="2307048" y="830280"/>
                      <a:pt x="2303985" y="842828"/>
                      <a:pt x="2325914" y="831863"/>
                    </a:cubicBezTo>
                    <a:cubicBezTo>
                      <a:pt x="2332339" y="828651"/>
                      <a:pt x="2337867" y="823894"/>
                      <a:pt x="2343844" y="819910"/>
                    </a:cubicBezTo>
                    <a:cubicBezTo>
                      <a:pt x="2345836" y="811941"/>
                      <a:pt x="2343510" y="801262"/>
                      <a:pt x="2349820" y="796004"/>
                    </a:cubicBezTo>
                    <a:cubicBezTo>
                      <a:pt x="2357624" y="789501"/>
                      <a:pt x="2370192" y="793595"/>
                      <a:pt x="2379703" y="790028"/>
                    </a:cubicBezTo>
                    <a:cubicBezTo>
                      <a:pt x="2395356" y="784158"/>
                      <a:pt x="2403506" y="770479"/>
                      <a:pt x="2415561" y="760146"/>
                    </a:cubicBezTo>
                    <a:cubicBezTo>
                      <a:pt x="2438587" y="740409"/>
                      <a:pt x="2433761" y="744118"/>
                      <a:pt x="2457397" y="736240"/>
                    </a:cubicBezTo>
                    <a:cubicBezTo>
                      <a:pt x="2463373" y="732256"/>
                      <a:pt x="2470839" y="729896"/>
                      <a:pt x="2475326" y="724287"/>
                    </a:cubicBezTo>
                    <a:cubicBezTo>
                      <a:pt x="2498507" y="695310"/>
                      <a:pt x="2460116" y="713419"/>
                      <a:pt x="2499232" y="700381"/>
                    </a:cubicBezTo>
                    <a:cubicBezTo>
                      <a:pt x="2527694" y="657688"/>
                      <a:pt x="2509201" y="668006"/>
                      <a:pt x="2547044" y="658546"/>
                    </a:cubicBezTo>
                    <a:cubicBezTo>
                      <a:pt x="2555013" y="654562"/>
                      <a:pt x="2562761" y="650103"/>
                      <a:pt x="2570950" y="646593"/>
                    </a:cubicBezTo>
                    <a:cubicBezTo>
                      <a:pt x="2626592" y="622745"/>
                      <a:pt x="2526926" y="674580"/>
                      <a:pt x="2630714" y="622687"/>
                    </a:cubicBezTo>
                    <a:cubicBezTo>
                      <a:pt x="2637139" y="619475"/>
                      <a:pt x="2642219" y="613946"/>
                      <a:pt x="2648644" y="610734"/>
                    </a:cubicBezTo>
                    <a:cubicBezTo>
                      <a:pt x="2654279" y="607917"/>
                      <a:pt x="2660938" y="607574"/>
                      <a:pt x="2666573" y="604757"/>
                    </a:cubicBezTo>
                    <a:cubicBezTo>
                      <a:pt x="2705683" y="585201"/>
                      <a:pt x="2662777" y="601313"/>
                      <a:pt x="2702432" y="574875"/>
                    </a:cubicBezTo>
                    <a:cubicBezTo>
                      <a:pt x="2707579" y="571443"/>
                      <a:pt x="2741075" y="563720"/>
                      <a:pt x="2744267" y="562922"/>
                    </a:cubicBezTo>
                    <a:cubicBezTo>
                      <a:pt x="2750244" y="552961"/>
                      <a:pt x="2753983" y="541254"/>
                      <a:pt x="2762197" y="533040"/>
                    </a:cubicBezTo>
                    <a:cubicBezTo>
                      <a:pt x="2766652" y="528585"/>
                      <a:pt x="2774884" y="530557"/>
                      <a:pt x="2780126" y="527063"/>
                    </a:cubicBezTo>
                    <a:cubicBezTo>
                      <a:pt x="2793072" y="518432"/>
                      <a:pt x="2804552" y="507734"/>
                      <a:pt x="2815985" y="497181"/>
                    </a:cubicBezTo>
                    <a:cubicBezTo>
                      <a:pt x="2830476" y="483805"/>
                      <a:pt x="2843875" y="469291"/>
                      <a:pt x="2857820" y="455346"/>
                    </a:cubicBezTo>
                    <a:cubicBezTo>
                      <a:pt x="2866141" y="447025"/>
                      <a:pt x="2881199" y="429623"/>
                      <a:pt x="2893679" y="425463"/>
                    </a:cubicBezTo>
                    <a:cubicBezTo>
                      <a:pt x="2905175" y="421631"/>
                      <a:pt x="2917585" y="421479"/>
                      <a:pt x="2929538" y="419487"/>
                    </a:cubicBezTo>
                    <a:cubicBezTo>
                      <a:pt x="2953444" y="449369"/>
                      <a:pt x="2988306" y="507142"/>
                      <a:pt x="3001255" y="509134"/>
                    </a:cubicBezTo>
                    <a:cubicBezTo>
                      <a:pt x="3014204" y="511126"/>
                      <a:pt x="3000943" y="431070"/>
                      <a:pt x="3007232" y="431440"/>
                    </a:cubicBezTo>
                    <a:cubicBezTo>
                      <a:pt x="3039299" y="433326"/>
                      <a:pt x="3070981" y="519094"/>
                      <a:pt x="3102855" y="515110"/>
                    </a:cubicBezTo>
                    <a:cubicBezTo>
                      <a:pt x="3119232" y="509651"/>
                      <a:pt x="3125083" y="431755"/>
                      <a:pt x="3138714" y="419487"/>
                    </a:cubicBezTo>
                    <a:cubicBezTo>
                      <a:pt x="3193173" y="370474"/>
                      <a:pt x="3159232" y="462453"/>
                      <a:pt x="3198479" y="449369"/>
                    </a:cubicBezTo>
                    <a:cubicBezTo>
                      <a:pt x="3211698" y="436150"/>
                      <a:pt x="3217695" y="427809"/>
                      <a:pt x="3234338" y="419487"/>
                    </a:cubicBezTo>
                    <a:cubicBezTo>
                      <a:pt x="3239973" y="416670"/>
                      <a:pt x="3246291" y="415502"/>
                      <a:pt x="3252267" y="413510"/>
                    </a:cubicBezTo>
                    <a:lnTo>
                      <a:pt x="3288126" y="377651"/>
                    </a:lnTo>
                    <a:cubicBezTo>
                      <a:pt x="3294102" y="371675"/>
                      <a:pt x="3297767" y="361379"/>
                      <a:pt x="3306055" y="359722"/>
                    </a:cubicBezTo>
                    <a:lnTo>
                      <a:pt x="3335938" y="353746"/>
                    </a:lnTo>
                    <a:cubicBezTo>
                      <a:pt x="3341914" y="347769"/>
                      <a:pt x="3347105" y="340887"/>
                      <a:pt x="3353867" y="335816"/>
                    </a:cubicBezTo>
                    <a:cubicBezTo>
                      <a:pt x="3363160" y="328846"/>
                      <a:pt x="3375536" y="326101"/>
                      <a:pt x="3383750" y="317887"/>
                    </a:cubicBezTo>
                    <a:cubicBezTo>
                      <a:pt x="3393908" y="307729"/>
                      <a:pt x="3397992" y="292658"/>
                      <a:pt x="3407655" y="282028"/>
                    </a:cubicBezTo>
                    <a:cubicBezTo>
                      <a:pt x="3418121" y="270515"/>
                      <a:pt x="3432081" y="262699"/>
                      <a:pt x="3443514" y="252146"/>
                    </a:cubicBezTo>
                    <a:cubicBezTo>
                      <a:pt x="3458006" y="238769"/>
                      <a:pt x="3466011" y="214178"/>
                      <a:pt x="3485350" y="210310"/>
                    </a:cubicBezTo>
                    <a:lnTo>
                      <a:pt x="3574997" y="192381"/>
                    </a:lnTo>
                    <a:cubicBezTo>
                      <a:pt x="3586950" y="184412"/>
                      <a:pt x="3597404" y="173519"/>
                      <a:pt x="3610855" y="168475"/>
                    </a:cubicBezTo>
                    <a:cubicBezTo>
                      <a:pt x="3622322" y="164175"/>
                      <a:pt x="3686475" y="153880"/>
                      <a:pt x="3706479" y="150546"/>
                    </a:cubicBezTo>
                    <a:cubicBezTo>
                      <a:pt x="3718432" y="134609"/>
                      <a:pt x="3727740" y="116290"/>
                      <a:pt x="3742338" y="102734"/>
                    </a:cubicBezTo>
                    <a:cubicBezTo>
                      <a:pt x="3756110" y="89945"/>
                      <a:pt x="3773602" y="81761"/>
                      <a:pt x="3790150" y="72851"/>
                    </a:cubicBezTo>
                    <a:cubicBezTo>
                      <a:pt x="3799596" y="67765"/>
                      <a:pt x="3809312" y="61300"/>
                      <a:pt x="3820032" y="60898"/>
                    </a:cubicBezTo>
                    <a:cubicBezTo>
                      <a:pt x="3969352" y="55299"/>
                      <a:pt x="4118855" y="56914"/>
                      <a:pt x="4268267" y="54922"/>
                    </a:cubicBezTo>
                    <a:cubicBezTo>
                      <a:pt x="4320229" y="28941"/>
                      <a:pt x="4261807" y="55531"/>
                      <a:pt x="4322055" y="36993"/>
                    </a:cubicBezTo>
                    <a:cubicBezTo>
                      <a:pt x="4338323" y="31987"/>
                      <a:pt x="4352907" y="20500"/>
                      <a:pt x="4369867" y="19063"/>
                    </a:cubicBezTo>
                    <a:cubicBezTo>
                      <a:pt x="4471182" y="10477"/>
                      <a:pt x="4573067" y="11094"/>
                      <a:pt x="4674667" y="7110"/>
                    </a:cubicBezTo>
                    <a:cubicBezTo>
                      <a:pt x="4682636" y="5118"/>
                      <a:pt x="4691441" y="-2941"/>
                      <a:pt x="4698573" y="1134"/>
                    </a:cubicBezTo>
                    <a:cubicBezTo>
                      <a:pt x="4708659" y="6897"/>
                      <a:pt x="4708689" y="22421"/>
                      <a:pt x="4716503" y="31016"/>
                    </a:cubicBezTo>
                    <a:cubicBezTo>
                      <a:pt x="4725190" y="40571"/>
                      <a:pt x="4773412" y="84128"/>
                      <a:pt x="4794197" y="84804"/>
                    </a:cubicBezTo>
                    <a:cubicBezTo>
                      <a:pt x="5027165" y="92380"/>
                      <a:pt x="5260362" y="88789"/>
                      <a:pt x="5493444" y="90781"/>
                    </a:cubicBezTo>
                    <a:cubicBezTo>
                      <a:pt x="5499420" y="102734"/>
                      <a:pt x="5500824" y="118435"/>
                      <a:pt x="5511373" y="126640"/>
                    </a:cubicBezTo>
                    <a:cubicBezTo>
                      <a:pt x="5520938" y="134080"/>
                      <a:pt x="5535424" y="129891"/>
                      <a:pt x="5547232" y="132616"/>
                    </a:cubicBezTo>
                    <a:cubicBezTo>
                      <a:pt x="5561364" y="135877"/>
                      <a:pt x="5575437" y="139613"/>
                      <a:pt x="5589067" y="144569"/>
                    </a:cubicBezTo>
                    <a:cubicBezTo>
                      <a:pt x="5597440" y="147614"/>
                      <a:pt x="5604458" y="153902"/>
                      <a:pt x="5612973" y="156522"/>
                    </a:cubicBezTo>
                    <a:cubicBezTo>
                      <a:pt x="5662805" y="171855"/>
                      <a:pt x="5689901" y="170255"/>
                      <a:pt x="5744455" y="174451"/>
                    </a:cubicBezTo>
                    <a:cubicBezTo>
                      <a:pt x="5752424" y="178435"/>
                      <a:pt x="5759612" y="184721"/>
                      <a:pt x="5768361" y="186404"/>
                    </a:cubicBezTo>
                    <a:cubicBezTo>
                      <a:pt x="5811798" y="194757"/>
                      <a:pt x="5856125" y="197608"/>
                      <a:pt x="5899844" y="204334"/>
                    </a:cubicBezTo>
                    <a:cubicBezTo>
                      <a:pt x="5907962" y="205583"/>
                      <a:pt x="5915781" y="208318"/>
                      <a:pt x="5923750" y="210310"/>
                    </a:cubicBezTo>
                    <a:cubicBezTo>
                      <a:pt x="5931718" y="214294"/>
                      <a:pt x="5939466" y="218753"/>
                      <a:pt x="5947655" y="222263"/>
                    </a:cubicBezTo>
                    <a:cubicBezTo>
                      <a:pt x="5953446" y="224745"/>
                      <a:pt x="5959950" y="225422"/>
                      <a:pt x="5965585" y="228240"/>
                    </a:cubicBezTo>
                    <a:cubicBezTo>
                      <a:pt x="6011920" y="251408"/>
                      <a:pt x="5956383" y="231150"/>
                      <a:pt x="6001444" y="246169"/>
                    </a:cubicBezTo>
                    <a:cubicBezTo>
                      <a:pt x="6009413" y="252145"/>
                      <a:pt x="6016702" y="259156"/>
                      <a:pt x="6025350" y="264098"/>
                    </a:cubicBezTo>
                    <a:cubicBezTo>
                      <a:pt x="6054423" y="280711"/>
                      <a:pt x="6033100" y="257043"/>
                      <a:pt x="6061208" y="282028"/>
                    </a:cubicBezTo>
                    <a:cubicBezTo>
                      <a:pt x="6109583" y="325029"/>
                      <a:pt x="6078026" y="311541"/>
                      <a:pt x="6114997" y="323863"/>
                    </a:cubicBezTo>
                    <a:cubicBezTo>
                      <a:pt x="6166374" y="358115"/>
                      <a:pt x="6101373" y="317051"/>
                      <a:pt x="6150855" y="341793"/>
                    </a:cubicBezTo>
                    <a:cubicBezTo>
                      <a:pt x="6157280" y="345005"/>
                      <a:pt x="6162360" y="350534"/>
                      <a:pt x="6168785" y="353746"/>
                    </a:cubicBezTo>
                    <a:cubicBezTo>
                      <a:pt x="6178380" y="358543"/>
                      <a:pt x="6188706" y="361714"/>
                      <a:pt x="6198667" y="365698"/>
                    </a:cubicBezTo>
                    <a:cubicBezTo>
                      <a:pt x="6202651" y="373667"/>
                      <a:pt x="6204320" y="383304"/>
                      <a:pt x="6210620" y="389604"/>
                    </a:cubicBezTo>
                    <a:cubicBezTo>
                      <a:pt x="6215075" y="394059"/>
                      <a:pt x="6222915" y="392763"/>
                      <a:pt x="6228550" y="395581"/>
                    </a:cubicBezTo>
                    <a:cubicBezTo>
                      <a:pt x="6241981" y="402297"/>
                      <a:pt x="6248207" y="412921"/>
                      <a:pt x="6264408" y="413510"/>
                    </a:cubicBezTo>
                    <a:cubicBezTo>
                      <a:pt x="6367951" y="417275"/>
                      <a:pt x="6471593" y="417495"/>
                      <a:pt x="6575185" y="419487"/>
                    </a:cubicBezTo>
                    <a:cubicBezTo>
                      <a:pt x="6581778" y="445857"/>
                      <a:pt x="6579335" y="470932"/>
                      <a:pt x="6605067" y="485228"/>
                    </a:cubicBezTo>
                    <a:cubicBezTo>
                      <a:pt x="6616081" y="491347"/>
                      <a:pt x="6628973" y="493197"/>
                      <a:pt x="6640926" y="497181"/>
                    </a:cubicBezTo>
                    <a:cubicBezTo>
                      <a:pt x="6648895" y="509134"/>
                      <a:pt x="6657441" y="520721"/>
                      <a:pt x="6664832" y="533040"/>
                    </a:cubicBezTo>
                    <a:cubicBezTo>
                      <a:pt x="6670808" y="543001"/>
                      <a:pt x="6673096" y="556479"/>
                      <a:pt x="6682761" y="562922"/>
                    </a:cubicBezTo>
                    <a:cubicBezTo>
                      <a:pt x="6698486" y="573405"/>
                      <a:pt x="6736550" y="580851"/>
                      <a:pt x="6736550" y="580851"/>
                    </a:cubicBezTo>
                    <a:cubicBezTo>
                      <a:pt x="6753706" y="649483"/>
                      <a:pt x="6729716" y="564904"/>
                      <a:pt x="6754479" y="622687"/>
                    </a:cubicBezTo>
                    <a:cubicBezTo>
                      <a:pt x="6757714" y="630237"/>
                      <a:pt x="6752997" y="643151"/>
                      <a:pt x="6760455" y="646593"/>
                    </a:cubicBezTo>
                    <a:cubicBezTo>
                      <a:pt x="6782460" y="656749"/>
                      <a:pt x="6808219" y="654861"/>
                      <a:pt x="6832173" y="658546"/>
                    </a:cubicBezTo>
                    <a:cubicBezTo>
                      <a:pt x="6860019" y="662830"/>
                      <a:pt x="6915844" y="670498"/>
                      <a:pt x="6915844" y="670498"/>
                    </a:cubicBezTo>
                    <a:cubicBezTo>
                      <a:pt x="6929789" y="674482"/>
                      <a:pt x="6943547" y="679190"/>
                      <a:pt x="6957679" y="682451"/>
                    </a:cubicBezTo>
                    <a:cubicBezTo>
                      <a:pt x="6969487" y="685176"/>
                      <a:pt x="6982042" y="684596"/>
                      <a:pt x="6993538" y="688428"/>
                    </a:cubicBezTo>
                    <a:cubicBezTo>
                      <a:pt x="7000352" y="690699"/>
                      <a:pt x="7006128" y="695576"/>
                      <a:pt x="7011467" y="700381"/>
                    </a:cubicBezTo>
                    <a:cubicBezTo>
                      <a:pt x="7026126" y="713574"/>
                      <a:pt x="7034992" y="734892"/>
                      <a:pt x="7053303" y="742216"/>
                    </a:cubicBezTo>
                    <a:lnTo>
                      <a:pt x="7083185" y="754169"/>
                    </a:lnTo>
                    <a:cubicBezTo>
                      <a:pt x="7089161" y="764130"/>
                      <a:pt x="7097144" y="773134"/>
                      <a:pt x="7101114" y="784051"/>
                    </a:cubicBezTo>
                    <a:cubicBezTo>
                      <a:pt x="7129045" y="860861"/>
                      <a:pt x="7071797" y="773229"/>
                      <a:pt x="7125020" y="879675"/>
                    </a:cubicBezTo>
                    <a:cubicBezTo>
                      <a:pt x="7128232" y="886100"/>
                      <a:pt x="7136973" y="887644"/>
                      <a:pt x="7142950" y="891628"/>
                    </a:cubicBezTo>
                    <a:cubicBezTo>
                      <a:pt x="7144942" y="897604"/>
                      <a:pt x="7143684" y="906063"/>
                      <a:pt x="7148926" y="909557"/>
                    </a:cubicBezTo>
                    <a:cubicBezTo>
                      <a:pt x="7157378" y="915192"/>
                      <a:pt x="7168739" y="914191"/>
                      <a:pt x="7178808" y="915534"/>
                    </a:cubicBezTo>
                    <a:cubicBezTo>
                      <a:pt x="7198653" y="918180"/>
                      <a:pt x="7218651" y="919518"/>
                      <a:pt x="7238573" y="921510"/>
                    </a:cubicBezTo>
                    <a:cubicBezTo>
                      <a:pt x="7240565" y="927487"/>
                      <a:pt x="7239710" y="935407"/>
                      <a:pt x="7244550" y="939440"/>
                    </a:cubicBezTo>
                    <a:cubicBezTo>
                      <a:pt x="7254196" y="947479"/>
                      <a:pt x="7285357" y="954124"/>
                      <a:pt x="7298338" y="957369"/>
                    </a:cubicBezTo>
                    <a:cubicBezTo>
                      <a:pt x="7304314" y="961353"/>
                      <a:pt x="7309843" y="966110"/>
                      <a:pt x="7316267" y="969322"/>
                    </a:cubicBezTo>
                    <a:cubicBezTo>
                      <a:pt x="7321902" y="972139"/>
                      <a:pt x="7328955" y="971803"/>
                      <a:pt x="7334197" y="975298"/>
                    </a:cubicBezTo>
                    <a:cubicBezTo>
                      <a:pt x="7341230" y="979986"/>
                      <a:pt x="7346150" y="987251"/>
                      <a:pt x="7352126" y="993228"/>
                    </a:cubicBezTo>
                    <a:cubicBezTo>
                      <a:pt x="7361946" y="1022685"/>
                      <a:pt x="7357681" y="1018799"/>
                      <a:pt x="7393961" y="1047016"/>
                    </a:cubicBezTo>
                    <a:lnTo>
                      <a:pt x="7447750" y="1088851"/>
                    </a:lnTo>
                    <a:cubicBezTo>
                      <a:pt x="7449742" y="1094828"/>
                      <a:pt x="7450232" y="1101539"/>
                      <a:pt x="7453726" y="1106781"/>
                    </a:cubicBezTo>
                    <a:cubicBezTo>
                      <a:pt x="7463610" y="1121608"/>
                      <a:pt x="7482676" y="1131596"/>
                      <a:pt x="7495561" y="1142640"/>
                    </a:cubicBezTo>
                    <a:cubicBezTo>
                      <a:pt x="7501978" y="1148140"/>
                      <a:pt x="7507130" y="1155003"/>
                      <a:pt x="7513491" y="1160569"/>
                    </a:cubicBezTo>
                    <a:cubicBezTo>
                      <a:pt x="7523091" y="1168969"/>
                      <a:pt x="7533934" y="1175894"/>
                      <a:pt x="7543373" y="1184475"/>
                    </a:cubicBezTo>
                    <a:cubicBezTo>
                      <a:pt x="7555881" y="1195846"/>
                      <a:pt x="7566398" y="1209333"/>
                      <a:pt x="7579232" y="1220334"/>
                    </a:cubicBezTo>
                    <a:lnTo>
                      <a:pt x="7621067" y="1256193"/>
                    </a:lnTo>
                    <a:cubicBezTo>
                      <a:pt x="7627044" y="1268146"/>
                      <a:pt x="7630057" y="1282118"/>
                      <a:pt x="7638997" y="1292051"/>
                    </a:cubicBezTo>
                    <a:cubicBezTo>
                      <a:pt x="7648607" y="1302729"/>
                      <a:pt x="7663271" y="1307462"/>
                      <a:pt x="7674855" y="1315957"/>
                    </a:cubicBezTo>
                    <a:cubicBezTo>
                      <a:pt x="7693172" y="1329390"/>
                      <a:pt x="7711900" y="1342444"/>
                      <a:pt x="7728644" y="1357793"/>
                    </a:cubicBezTo>
                    <a:cubicBezTo>
                      <a:pt x="7735986" y="1364524"/>
                      <a:pt x="7739077" y="1375139"/>
                      <a:pt x="7746573" y="1381698"/>
                    </a:cubicBezTo>
                    <a:cubicBezTo>
                      <a:pt x="7755315" y="1389347"/>
                      <a:pt x="7766939" y="1392967"/>
                      <a:pt x="7776455" y="1399628"/>
                    </a:cubicBezTo>
                    <a:cubicBezTo>
                      <a:pt x="7786905" y="1406943"/>
                      <a:pt x="7796377" y="1415565"/>
                      <a:pt x="7806338" y="1423534"/>
                    </a:cubicBezTo>
                    <a:cubicBezTo>
                      <a:pt x="7808330" y="1429510"/>
                      <a:pt x="7806679" y="1438646"/>
                      <a:pt x="7812314" y="1441463"/>
                    </a:cubicBezTo>
                    <a:cubicBezTo>
                      <a:pt x="7828742" y="1449677"/>
                      <a:pt x="7848206" y="1449286"/>
                      <a:pt x="7866103" y="1453416"/>
                    </a:cubicBezTo>
                    <a:cubicBezTo>
                      <a:pt x="7874106" y="1455263"/>
                      <a:pt x="7882040" y="1457401"/>
                      <a:pt x="7890008" y="1459393"/>
                    </a:cubicBezTo>
                    <a:cubicBezTo>
                      <a:pt x="7917304" y="1477590"/>
                      <a:pt x="7898075" y="1467674"/>
                      <a:pt x="7931844" y="1477322"/>
                    </a:cubicBezTo>
                    <a:cubicBezTo>
                      <a:pt x="7937901" y="1479053"/>
                      <a:pt x="7943686" y="1481675"/>
                      <a:pt x="7949773" y="1483298"/>
                    </a:cubicBezTo>
                    <a:cubicBezTo>
                      <a:pt x="8054693" y="1511277"/>
                      <a:pt x="7987387" y="1489860"/>
                      <a:pt x="8057350" y="1513181"/>
                    </a:cubicBezTo>
                    <a:cubicBezTo>
                      <a:pt x="8061334" y="1519157"/>
                      <a:pt x="8066386" y="1524546"/>
                      <a:pt x="8069303" y="1531110"/>
                    </a:cubicBezTo>
                    <a:cubicBezTo>
                      <a:pt x="8074420" y="1542624"/>
                      <a:pt x="8073695" y="1556890"/>
                      <a:pt x="8081255" y="1566969"/>
                    </a:cubicBezTo>
                    <a:cubicBezTo>
                      <a:pt x="8087232" y="1574938"/>
                      <a:pt x="8094060" y="1582334"/>
                      <a:pt x="8099185" y="1590875"/>
                    </a:cubicBezTo>
                    <a:cubicBezTo>
                      <a:pt x="8106061" y="1602334"/>
                      <a:pt x="8111686" y="1614522"/>
                      <a:pt x="8117114" y="1626734"/>
                    </a:cubicBezTo>
                    <a:cubicBezTo>
                      <a:pt x="8119673" y="1632491"/>
                      <a:pt x="8117849" y="1641169"/>
                      <a:pt x="8123091" y="1644663"/>
                    </a:cubicBezTo>
                    <a:cubicBezTo>
                      <a:pt x="8131543" y="1650298"/>
                      <a:pt x="8143012" y="1648648"/>
                      <a:pt x="8152973" y="1650640"/>
                    </a:cubicBezTo>
                    <a:cubicBezTo>
                      <a:pt x="8169888" y="1661916"/>
                      <a:pt x="8182127" y="1668382"/>
                      <a:pt x="8194808" y="1686498"/>
                    </a:cubicBezTo>
                    <a:cubicBezTo>
                      <a:pt x="8202472" y="1697446"/>
                      <a:pt x="8203860" y="1712369"/>
                      <a:pt x="8212738" y="1722357"/>
                    </a:cubicBezTo>
                    <a:cubicBezTo>
                      <a:pt x="8220455" y="1731039"/>
                      <a:pt x="8232659" y="1734310"/>
                      <a:pt x="8242620" y="1740287"/>
                    </a:cubicBezTo>
                    <a:cubicBezTo>
                      <a:pt x="8244612" y="1746263"/>
                      <a:pt x="8247230" y="1752066"/>
                      <a:pt x="8248597" y="1758216"/>
                    </a:cubicBezTo>
                    <a:cubicBezTo>
                      <a:pt x="8251226" y="1770045"/>
                      <a:pt x="8251091" y="1782468"/>
                      <a:pt x="8254573" y="1794075"/>
                    </a:cubicBezTo>
                    <a:cubicBezTo>
                      <a:pt x="8264461" y="1827036"/>
                      <a:pt x="8302836" y="1856235"/>
                      <a:pt x="8320314" y="1877746"/>
                    </a:cubicBezTo>
                    <a:cubicBezTo>
                      <a:pt x="8329373" y="1888895"/>
                      <a:pt x="8335400" y="1902265"/>
                      <a:pt x="8344220" y="1913604"/>
                    </a:cubicBezTo>
                    <a:cubicBezTo>
                      <a:pt x="8349409" y="1920276"/>
                      <a:pt x="8356961" y="1924862"/>
                      <a:pt x="8362150" y="1931534"/>
                    </a:cubicBezTo>
                    <a:cubicBezTo>
                      <a:pt x="8370969" y="1942874"/>
                      <a:pt x="8375897" y="1957235"/>
                      <a:pt x="8386055" y="1967393"/>
                    </a:cubicBezTo>
                    <a:cubicBezTo>
                      <a:pt x="8394269" y="1975607"/>
                      <a:pt x="8405977" y="1979346"/>
                      <a:pt x="8415938" y="1985322"/>
                    </a:cubicBezTo>
                    <a:cubicBezTo>
                      <a:pt x="8427892" y="2001260"/>
                      <a:pt x="8437850" y="2019188"/>
                      <a:pt x="8457773" y="2027157"/>
                    </a:cubicBezTo>
                    <a:cubicBezTo>
                      <a:pt x="8469024" y="2031657"/>
                      <a:pt x="8481679" y="2031142"/>
                      <a:pt x="8493632" y="2033134"/>
                    </a:cubicBezTo>
                    <a:cubicBezTo>
                      <a:pt x="8515758" y="2088447"/>
                      <a:pt x="8489005" y="2045762"/>
                      <a:pt x="8535467" y="2068993"/>
                    </a:cubicBezTo>
                    <a:cubicBezTo>
                      <a:pt x="8606672" y="2104596"/>
                      <a:pt x="8499068" y="2073341"/>
                      <a:pt x="8577303" y="2092898"/>
                    </a:cubicBezTo>
                    <a:cubicBezTo>
                      <a:pt x="8591766" y="2136293"/>
                      <a:pt x="8571059" y="2080466"/>
                      <a:pt x="8601208" y="2134734"/>
                    </a:cubicBezTo>
                    <a:cubicBezTo>
                      <a:pt x="8616096" y="2161532"/>
                      <a:pt x="8605736" y="2165643"/>
                      <a:pt x="8631091" y="2182546"/>
                    </a:cubicBezTo>
                    <a:cubicBezTo>
                      <a:pt x="8636333" y="2186040"/>
                      <a:pt x="8643044" y="2186530"/>
                      <a:pt x="8649020" y="2188522"/>
                    </a:cubicBezTo>
                    <a:cubicBezTo>
                      <a:pt x="8654997" y="2194498"/>
                      <a:pt x="8661539" y="2199958"/>
                      <a:pt x="8666950" y="2206451"/>
                    </a:cubicBezTo>
                    <a:cubicBezTo>
                      <a:pt x="8671548" y="2211969"/>
                      <a:pt x="8673449" y="2219706"/>
                      <a:pt x="8678903" y="2224381"/>
                    </a:cubicBezTo>
                    <a:cubicBezTo>
                      <a:pt x="8696864" y="2239776"/>
                      <a:pt x="8707160" y="2241768"/>
                      <a:pt x="8726714" y="2248287"/>
                    </a:cubicBezTo>
                    <a:cubicBezTo>
                      <a:pt x="8774096" y="2390431"/>
                      <a:pt x="8746364" y="2286364"/>
                      <a:pt x="8762573" y="2391722"/>
                    </a:cubicBezTo>
                    <a:cubicBezTo>
                      <a:pt x="8763822" y="2399840"/>
                      <a:pt x="8763994" y="2408794"/>
                      <a:pt x="8768550" y="2415628"/>
                    </a:cubicBezTo>
                    <a:cubicBezTo>
                      <a:pt x="8772534" y="2421604"/>
                      <a:pt x="8781400" y="2422502"/>
                      <a:pt x="8786479" y="2427581"/>
                    </a:cubicBezTo>
                    <a:cubicBezTo>
                      <a:pt x="8793522" y="2434624"/>
                      <a:pt x="8798432" y="2443518"/>
                      <a:pt x="8804408" y="2451487"/>
                    </a:cubicBezTo>
                    <a:cubicBezTo>
                      <a:pt x="8806400" y="2457463"/>
                      <a:pt x="8807568" y="2463781"/>
                      <a:pt x="8810385" y="2469416"/>
                    </a:cubicBezTo>
                    <a:cubicBezTo>
                      <a:pt x="8813597" y="2475841"/>
                      <a:pt x="8820274" y="2480466"/>
                      <a:pt x="8822338" y="2487346"/>
                    </a:cubicBezTo>
                    <a:cubicBezTo>
                      <a:pt x="8826386" y="2500839"/>
                      <a:pt x="8826322" y="2515236"/>
                      <a:pt x="8828314" y="2529181"/>
                    </a:cubicBezTo>
                    <a:cubicBezTo>
                      <a:pt x="8832298" y="2594922"/>
                      <a:pt x="8830684" y="2661243"/>
                      <a:pt x="8840267" y="2726404"/>
                    </a:cubicBezTo>
                    <a:cubicBezTo>
                      <a:pt x="8841184" y="2732637"/>
                      <a:pt x="8854702" y="2727139"/>
                      <a:pt x="8858197" y="2732381"/>
                    </a:cubicBezTo>
                    <a:cubicBezTo>
                      <a:pt x="8919270" y="2823991"/>
                      <a:pt x="8812524" y="2710614"/>
                      <a:pt x="8882103" y="2780193"/>
                    </a:cubicBezTo>
                    <a:cubicBezTo>
                      <a:pt x="8886087" y="2788161"/>
                      <a:pt x="8890927" y="2795756"/>
                      <a:pt x="8894055" y="2804098"/>
                    </a:cubicBezTo>
                    <a:cubicBezTo>
                      <a:pt x="8896939" y="2811789"/>
                      <a:pt x="8897775" y="2820106"/>
                      <a:pt x="8900032" y="2828004"/>
                    </a:cubicBezTo>
                    <a:cubicBezTo>
                      <a:pt x="8903921" y="2841616"/>
                      <a:pt x="8907482" y="2853384"/>
                      <a:pt x="8917961" y="2863863"/>
                    </a:cubicBezTo>
                    <a:cubicBezTo>
                      <a:pt x="8925004" y="2870906"/>
                      <a:pt x="8934824" y="2874750"/>
                      <a:pt x="8941867" y="2881793"/>
                    </a:cubicBezTo>
                    <a:cubicBezTo>
                      <a:pt x="8946946" y="2886872"/>
                      <a:pt x="8950608" y="2893298"/>
                      <a:pt x="8953820" y="2899722"/>
                    </a:cubicBezTo>
                    <a:cubicBezTo>
                      <a:pt x="8956637" y="2905357"/>
                      <a:pt x="8955342" y="2913196"/>
                      <a:pt x="8959797" y="2917651"/>
                    </a:cubicBezTo>
                    <a:cubicBezTo>
                      <a:pt x="8964252" y="2922106"/>
                      <a:pt x="8971750" y="2921636"/>
                      <a:pt x="8977726" y="2923628"/>
                    </a:cubicBezTo>
                    <a:cubicBezTo>
                      <a:pt x="8992749" y="2968693"/>
                      <a:pt x="8972484" y="2913145"/>
                      <a:pt x="8995655" y="2959487"/>
                    </a:cubicBezTo>
                    <a:cubicBezTo>
                      <a:pt x="8998472" y="2965122"/>
                      <a:pt x="8999150" y="2971626"/>
                      <a:pt x="9001632" y="2977416"/>
                    </a:cubicBezTo>
                    <a:cubicBezTo>
                      <a:pt x="9005142" y="2985605"/>
                      <a:pt x="9009165" y="2993587"/>
                      <a:pt x="9013585" y="3001322"/>
                    </a:cubicBezTo>
                    <a:cubicBezTo>
                      <a:pt x="9025112" y="3021493"/>
                      <a:pt x="9049444" y="3061087"/>
                      <a:pt x="9049444" y="3061087"/>
                    </a:cubicBezTo>
                    <a:cubicBezTo>
                      <a:pt x="9068293" y="3174189"/>
                      <a:pt x="9048434" y="3046960"/>
                      <a:pt x="9067373" y="3312098"/>
                    </a:cubicBezTo>
                    <a:cubicBezTo>
                      <a:pt x="9068236" y="3324185"/>
                      <a:pt x="9071507" y="3335980"/>
                      <a:pt x="9073350" y="3347957"/>
                    </a:cubicBezTo>
                    <a:cubicBezTo>
                      <a:pt x="9075492" y="3361880"/>
                      <a:pt x="9073605" y="3376920"/>
                      <a:pt x="9079326" y="3389793"/>
                    </a:cubicBezTo>
                    <a:cubicBezTo>
                      <a:pt x="9083356" y="3398861"/>
                      <a:pt x="9107229" y="3405070"/>
                      <a:pt x="9115185" y="3407722"/>
                    </a:cubicBezTo>
                    <a:cubicBezTo>
                      <a:pt x="9121161" y="3413698"/>
                      <a:pt x="9128201" y="3418773"/>
                      <a:pt x="9133114" y="3425651"/>
                    </a:cubicBezTo>
                    <a:cubicBezTo>
                      <a:pt x="9138292" y="3432901"/>
                      <a:pt x="9144686" y="3440656"/>
                      <a:pt x="9145067" y="3449557"/>
                    </a:cubicBezTo>
                    <a:cubicBezTo>
                      <a:pt x="9150698" y="3580934"/>
                      <a:pt x="9143647" y="3712715"/>
                      <a:pt x="9151044" y="3844004"/>
                    </a:cubicBezTo>
                    <a:cubicBezTo>
                      <a:pt x="9151697" y="3855602"/>
                      <a:pt x="9162997" y="3863926"/>
                      <a:pt x="9168973" y="3873887"/>
                    </a:cubicBezTo>
                    <a:cubicBezTo>
                      <a:pt x="9172957" y="3933652"/>
                      <a:pt x="9175503" y="3993530"/>
                      <a:pt x="9180926" y="4053181"/>
                    </a:cubicBezTo>
                    <a:cubicBezTo>
                      <a:pt x="9181496" y="4059455"/>
                      <a:pt x="9183409" y="4065868"/>
                      <a:pt x="9186903" y="4071110"/>
                    </a:cubicBezTo>
                    <a:cubicBezTo>
                      <a:pt x="9191591" y="4078143"/>
                      <a:pt x="9198856" y="4083063"/>
                      <a:pt x="9204832" y="4089040"/>
                    </a:cubicBezTo>
                    <a:cubicBezTo>
                      <a:pt x="9234567" y="4222847"/>
                      <a:pt x="9230097" y="4182611"/>
                      <a:pt x="9210808" y="4423722"/>
                    </a:cubicBezTo>
                    <a:cubicBezTo>
                      <a:pt x="9210134" y="4432147"/>
                      <a:pt x="9198855" y="4435675"/>
                      <a:pt x="9192879" y="4441651"/>
                    </a:cubicBezTo>
                    <a:cubicBezTo>
                      <a:pt x="9190887" y="4451612"/>
                      <a:pt x="9191767" y="4462616"/>
                      <a:pt x="9186903" y="4471534"/>
                    </a:cubicBezTo>
                    <a:cubicBezTo>
                      <a:pt x="9179452" y="4485194"/>
                      <a:pt x="9166740" y="4495243"/>
                      <a:pt x="9157020" y="4507393"/>
                    </a:cubicBezTo>
                    <a:cubicBezTo>
                      <a:pt x="9150798" y="4515171"/>
                      <a:pt x="9145067" y="4523330"/>
                      <a:pt x="9139091" y="4531298"/>
                    </a:cubicBezTo>
                    <a:cubicBezTo>
                      <a:pt x="9125447" y="4572228"/>
                      <a:pt x="9143930" y="4524040"/>
                      <a:pt x="9103232" y="4585087"/>
                    </a:cubicBezTo>
                    <a:cubicBezTo>
                      <a:pt x="9080139" y="4619727"/>
                      <a:pt x="9119422" y="4588237"/>
                      <a:pt x="9079326" y="4614969"/>
                    </a:cubicBezTo>
                    <a:cubicBezTo>
                      <a:pt x="9077334" y="4620945"/>
                      <a:pt x="9077285" y="4627979"/>
                      <a:pt x="9073350" y="4632898"/>
                    </a:cubicBezTo>
                    <a:cubicBezTo>
                      <a:pt x="9061625" y="4647554"/>
                      <a:pt x="9041736" y="4647588"/>
                      <a:pt x="9025538" y="4650828"/>
                    </a:cubicBezTo>
                    <a:cubicBezTo>
                      <a:pt x="9011070" y="4694228"/>
                      <a:pt x="9031786" y="4638385"/>
                      <a:pt x="9001632" y="4692663"/>
                    </a:cubicBezTo>
                    <a:cubicBezTo>
                      <a:pt x="8988258" y="4716737"/>
                      <a:pt x="8990389" y="4739258"/>
                      <a:pt x="8965773" y="4758404"/>
                    </a:cubicBezTo>
                    <a:cubicBezTo>
                      <a:pt x="8957755" y="4764640"/>
                      <a:pt x="8945852" y="4762389"/>
                      <a:pt x="8935891" y="4764381"/>
                    </a:cubicBezTo>
                    <a:cubicBezTo>
                      <a:pt x="8871293" y="4796680"/>
                      <a:pt x="8972675" y="4748778"/>
                      <a:pt x="8846244" y="4788287"/>
                    </a:cubicBezTo>
                    <a:cubicBezTo>
                      <a:pt x="8767740" y="4812819"/>
                      <a:pt x="8852282" y="4797974"/>
                      <a:pt x="8798432" y="4818169"/>
                    </a:cubicBezTo>
                    <a:cubicBezTo>
                      <a:pt x="8788921" y="4821736"/>
                      <a:pt x="8778511" y="4822154"/>
                      <a:pt x="8768550" y="4824146"/>
                    </a:cubicBezTo>
                    <a:cubicBezTo>
                      <a:pt x="8711772" y="4880922"/>
                      <a:pt x="8761636" y="4842309"/>
                      <a:pt x="8643044" y="4871957"/>
                    </a:cubicBezTo>
                    <a:lnTo>
                      <a:pt x="8595232" y="4883910"/>
                    </a:lnTo>
                    <a:cubicBezTo>
                      <a:pt x="8584351" y="4891164"/>
                      <a:pt x="8556432" y="4910188"/>
                      <a:pt x="8547420" y="4913793"/>
                    </a:cubicBezTo>
                    <a:cubicBezTo>
                      <a:pt x="8537989" y="4917566"/>
                      <a:pt x="8527558" y="4918099"/>
                      <a:pt x="8517538" y="4919769"/>
                    </a:cubicBezTo>
                    <a:cubicBezTo>
                      <a:pt x="8479739" y="4926069"/>
                      <a:pt x="8442285" y="4936463"/>
                      <a:pt x="8403985" y="4937698"/>
                    </a:cubicBezTo>
                    <a:lnTo>
                      <a:pt x="7782432" y="4955628"/>
                    </a:lnTo>
                    <a:cubicBezTo>
                      <a:pt x="7682824" y="4961604"/>
                      <a:pt x="7583000" y="4964683"/>
                      <a:pt x="7483608" y="4973557"/>
                    </a:cubicBezTo>
                    <a:cubicBezTo>
                      <a:pt x="7276933" y="4992010"/>
                      <a:pt x="7680349" y="4982980"/>
                      <a:pt x="7393961" y="4991487"/>
                    </a:cubicBezTo>
                    <a:lnTo>
                      <a:pt x="6844126" y="5003440"/>
                    </a:lnTo>
                    <a:cubicBezTo>
                      <a:pt x="6796595" y="5015322"/>
                      <a:pt x="6843723" y="5000255"/>
                      <a:pt x="6796314" y="5027346"/>
                    </a:cubicBezTo>
                    <a:cubicBezTo>
                      <a:pt x="6790844" y="5030471"/>
                      <a:pt x="6784463" y="5031665"/>
                      <a:pt x="6778385" y="5033322"/>
                    </a:cubicBezTo>
                    <a:cubicBezTo>
                      <a:pt x="6762536" y="5037644"/>
                      <a:pt x="6746510" y="5041291"/>
                      <a:pt x="6730573" y="5045275"/>
                    </a:cubicBezTo>
                    <a:cubicBezTo>
                      <a:pt x="6708262" y="5078741"/>
                      <a:pt x="6731840" y="5052821"/>
                      <a:pt x="6682761" y="5069181"/>
                    </a:cubicBezTo>
                    <a:cubicBezTo>
                      <a:pt x="6675947" y="5071452"/>
                      <a:pt x="6671557" y="5078612"/>
                      <a:pt x="6664832" y="5081134"/>
                    </a:cubicBezTo>
                    <a:cubicBezTo>
                      <a:pt x="6655321" y="5084701"/>
                      <a:pt x="6644911" y="5085118"/>
                      <a:pt x="6634950" y="5087110"/>
                    </a:cubicBezTo>
                    <a:cubicBezTo>
                      <a:pt x="6578318" y="5115426"/>
                      <a:pt x="6652136" y="5082147"/>
                      <a:pt x="6545303" y="5105040"/>
                    </a:cubicBezTo>
                    <a:cubicBezTo>
                      <a:pt x="6538279" y="5106545"/>
                      <a:pt x="6533798" y="5113781"/>
                      <a:pt x="6527373" y="5116993"/>
                    </a:cubicBezTo>
                    <a:cubicBezTo>
                      <a:pt x="6507349" y="5127004"/>
                      <a:pt x="6472693" y="5127053"/>
                      <a:pt x="6455655" y="5128946"/>
                    </a:cubicBezTo>
                    <a:cubicBezTo>
                      <a:pt x="6404186" y="5163256"/>
                      <a:pt x="6486188" y="5102488"/>
                      <a:pt x="6425773" y="5200663"/>
                    </a:cubicBezTo>
                    <a:cubicBezTo>
                      <a:pt x="6418769" y="5212045"/>
                      <a:pt x="6403062" y="5216202"/>
                      <a:pt x="6389914" y="5218593"/>
                    </a:cubicBezTo>
                    <a:cubicBezTo>
                      <a:pt x="6358493" y="5224306"/>
                      <a:pt x="6326206" y="5223401"/>
                      <a:pt x="6294291" y="5224569"/>
                    </a:cubicBezTo>
                    <a:lnTo>
                      <a:pt x="5899844" y="5236522"/>
                    </a:lnTo>
                    <a:cubicBezTo>
                      <a:pt x="5813432" y="5366137"/>
                      <a:pt x="5902714" y="5242882"/>
                      <a:pt x="5487467" y="5260428"/>
                    </a:cubicBezTo>
                    <a:cubicBezTo>
                      <a:pt x="5478566" y="5260804"/>
                      <a:pt x="5471750" y="5268872"/>
                      <a:pt x="5463561" y="5272381"/>
                    </a:cubicBezTo>
                    <a:cubicBezTo>
                      <a:pt x="5441862" y="5281681"/>
                      <a:pt x="5401810" y="5287121"/>
                      <a:pt x="5385867" y="5290310"/>
                    </a:cubicBezTo>
                    <a:cubicBezTo>
                      <a:pt x="5377898" y="5296287"/>
                      <a:pt x="5369524" y="5301757"/>
                      <a:pt x="5361961" y="5308240"/>
                    </a:cubicBezTo>
                    <a:cubicBezTo>
                      <a:pt x="5355544" y="5313740"/>
                      <a:pt x="5351591" y="5322389"/>
                      <a:pt x="5344032" y="5326169"/>
                    </a:cubicBezTo>
                    <a:cubicBezTo>
                      <a:pt x="5334946" y="5330712"/>
                      <a:pt x="5324111" y="5330154"/>
                      <a:pt x="5314150" y="5332146"/>
                    </a:cubicBezTo>
                    <a:cubicBezTo>
                      <a:pt x="5306181" y="5338122"/>
                      <a:pt x="5297807" y="5343593"/>
                      <a:pt x="5290244" y="5350075"/>
                    </a:cubicBezTo>
                    <a:cubicBezTo>
                      <a:pt x="5283827" y="5355575"/>
                      <a:pt x="5279347" y="5363316"/>
                      <a:pt x="5272314" y="5368004"/>
                    </a:cubicBezTo>
                    <a:cubicBezTo>
                      <a:pt x="5236832" y="5391659"/>
                      <a:pt x="5246300" y="5380338"/>
                      <a:pt x="5218526" y="5391910"/>
                    </a:cubicBezTo>
                    <a:cubicBezTo>
                      <a:pt x="5200415" y="5399456"/>
                      <a:pt x="5183240" y="5409286"/>
                      <a:pt x="5164738" y="5415816"/>
                    </a:cubicBezTo>
                    <a:cubicBezTo>
                      <a:pt x="5149247" y="5421284"/>
                      <a:pt x="5132179" y="5421668"/>
                      <a:pt x="5116926" y="5427769"/>
                    </a:cubicBezTo>
                    <a:lnTo>
                      <a:pt x="5087044" y="5439722"/>
                    </a:lnTo>
                    <a:cubicBezTo>
                      <a:pt x="5070292" y="5489973"/>
                      <a:pt x="5090775" y="5446996"/>
                      <a:pt x="4985444" y="5463628"/>
                    </a:cubicBezTo>
                    <a:cubicBezTo>
                      <a:pt x="4978349" y="5464748"/>
                      <a:pt x="4973939" y="5472369"/>
                      <a:pt x="4967514" y="5475581"/>
                    </a:cubicBezTo>
                    <a:cubicBezTo>
                      <a:pt x="4961879" y="5478398"/>
                      <a:pt x="4955561" y="5479565"/>
                      <a:pt x="4949585" y="5481557"/>
                    </a:cubicBezTo>
                    <a:cubicBezTo>
                      <a:pt x="4925573" y="5553590"/>
                      <a:pt x="4980857" y="5379399"/>
                      <a:pt x="4955561" y="5607063"/>
                    </a:cubicBezTo>
                    <a:cubicBezTo>
                      <a:pt x="4953296" y="5627448"/>
                      <a:pt x="4943651" y="5650967"/>
                      <a:pt x="4925679" y="5660851"/>
                    </a:cubicBezTo>
                    <a:cubicBezTo>
                      <a:pt x="4899264" y="5675379"/>
                      <a:pt x="4866131" y="5671100"/>
                      <a:pt x="4836032" y="5672804"/>
                    </a:cubicBezTo>
                    <a:cubicBezTo>
                      <a:pt x="4760425" y="5677084"/>
                      <a:pt x="4684628" y="5676789"/>
                      <a:pt x="4608926" y="5678781"/>
                    </a:cubicBezTo>
                    <a:cubicBezTo>
                      <a:pt x="4598965" y="5682765"/>
                      <a:pt x="4587626" y="5684297"/>
                      <a:pt x="4579044" y="5690734"/>
                    </a:cubicBezTo>
                    <a:cubicBezTo>
                      <a:pt x="4571075" y="5696711"/>
                      <a:pt x="4568157" y="5707597"/>
                      <a:pt x="4561114" y="5714640"/>
                    </a:cubicBezTo>
                    <a:cubicBezTo>
                      <a:pt x="4556035" y="5719719"/>
                      <a:pt x="4549161" y="5722609"/>
                      <a:pt x="4543185" y="5726593"/>
                    </a:cubicBezTo>
                    <a:cubicBezTo>
                      <a:pt x="4526150" y="5756404"/>
                      <a:pt x="4504626" y="5796297"/>
                      <a:pt x="4483420" y="5822216"/>
                    </a:cubicBezTo>
                    <a:cubicBezTo>
                      <a:pt x="4478872" y="5827775"/>
                      <a:pt x="4471770" y="5830681"/>
                      <a:pt x="4465491" y="5834169"/>
                    </a:cubicBezTo>
                    <a:cubicBezTo>
                      <a:pt x="4402066" y="5869405"/>
                      <a:pt x="4452114" y="5837110"/>
                      <a:pt x="4411703" y="5864051"/>
                    </a:cubicBezTo>
                    <a:cubicBezTo>
                      <a:pt x="4409711" y="5872020"/>
                      <a:pt x="4410769" y="5881473"/>
                      <a:pt x="4405726" y="5887957"/>
                    </a:cubicBezTo>
                    <a:cubicBezTo>
                      <a:pt x="4375156" y="5927262"/>
                      <a:pt x="4363132" y="5918588"/>
                      <a:pt x="4316079" y="5923816"/>
                    </a:cubicBezTo>
                    <a:lnTo>
                      <a:pt x="4268267" y="5935769"/>
                    </a:lnTo>
                    <a:cubicBezTo>
                      <a:pt x="4250389" y="5939976"/>
                      <a:pt x="4229761" y="5937534"/>
                      <a:pt x="4214479" y="5947722"/>
                    </a:cubicBezTo>
                    <a:cubicBezTo>
                      <a:pt x="4192179" y="5962589"/>
                      <a:pt x="4180176" y="5989084"/>
                      <a:pt x="4160691" y="6007487"/>
                    </a:cubicBezTo>
                    <a:cubicBezTo>
                      <a:pt x="4144178" y="6023083"/>
                      <a:pt x="4124068" y="6034446"/>
                      <a:pt x="4106903" y="6049322"/>
                    </a:cubicBezTo>
                    <a:cubicBezTo>
                      <a:pt x="4094129" y="6060393"/>
                      <a:pt x="4086872" y="6079246"/>
                      <a:pt x="4071044" y="6085181"/>
                    </a:cubicBezTo>
                    <a:cubicBezTo>
                      <a:pt x="4055107" y="6091157"/>
                      <a:pt x="4039745" y="6098982"/>
                      <a:pt x="4023232" y="6103110"/>
                    </a:cubicBezTo>
                    <a:cubicBezTo>
                      <a:pt x="4007650" y="6107005"/>
                      <a:pt x="3991263" y="6106447"/>
                      <a:pt x="3975420" y="6109087"/>
                    </a:cubicBezTo>
                    <a:cubicBezTo>
                      <a:pt x="3967318" y="6110437"/>
                      <a:pt x="3959483" y="6113071"/>
                      <a:pt x="3951514" y="6115063"/>
                    </a:cubicBezTo>
                    <a:cubicBezTo>
                      <a:pt x="3919375" y="6136489"/>
                      <a:pt x="3944458" y="6117150"/>
                      <a:pt x="3909679" y="6156898"/>
                    </a:cubicBezTo>
                    <a:cubicBezTo>
                      <a:pt x="3881471" y="6189136"/>
                      <a:pt x="3903202" y="6162296"/>
                      <a:pt x="3873820" y="6186781"/>
                    </a:cubicBezTo>
                    <a:cubicBezTo>
                      <a:pt x="3867327" y="6192192"/>
                      <a:pt x="3862769" y="6199797"/>
                      <a:pt x="3855891" y="6204710"/>
                    </a:cubicBezTo>
                    <a:cubicBezTo>
                      <a:pt x="3836646" y="6218456"/>
                      <a:pt x="3825048" y="6218051"/>
                      <a:pt x="3802103" y="6222640"/>
                    </a:cubicBezTo>
                    <a:cubicBezTo>
                      <a:pt x="3796126" y="6228616"/>
                      <a:pt x="3789584" y="6234076"/>
                      <a:pt x="3784173" y="6240569"/>
                    </a:cubicBezTo>
                    <a:cubicBezTo>
                      <a:pt x="3779575" y="6246087"/>
                      <a:pt x="3778065" y="6254323"/>
                      <a:pt x="3772220" y="6258498"/>
                    </a:cubicBezTo>
                    <a:cubicBezTo>
                      <a:pt x="3763490" y="6264733"/>
                      <a:pt x="3752141" y="6266094"/>
                      <a:pt x="3742338" y="6270451"/>
                    </a:cubicBezTo>
                    <a:cubicBezTo>
                      <a:pt x="3734197" y="6274069"/>
                      <a:pt x="3726167" y="6277984"/>
                      <a:pt x="3718432" y="6282404"/>
                    </a:cubicBezTo>
                    <a:cubicBezTo>
                      <a:pt x="3712196" y="6285968"/>
                      <a:pt x="3707576" y="6293109"/>
                      <a:pt x="3700503" y="6294357"/>
                    </a:cubicBezTo>
                    <a:cubicBezTo>
                      <a:pt x="3672967" y="6299216"/>
                      <a:pt x="3644722" y="6298342"/>
                      <a:pt x="3616832" y="6300334"/>
                    </a:cubicBezTo>
                    <a:cubicBezTo>
                      <a:pt x="3606871" y="6304318"/>
                      <a:pt x="3597127" y="6308895"/>
                      <a:pt x="3586950" y="6312287"/>
                    </a:cubicBezTo>
                    <a:cubicBezTo>
                      <a:pt x="3579158" y="6314884"/>
                      <a:pt x="3569354" y="6313005"/>
                      <a:pt x="3563044" y="6318263"/>
                    </a:cubicBezTo>
                    <a:cubicBezTo>
                      <a:pt x="3556200" y="6323967"/>
                      <a:pt x="3558218" y="6336823"/>
                      <a:pt x="3551091" y="6342169"/>
                    </a:cubicBezTo>
                    <a:cubicBezTo>
                      <a:pt x="3541011" y="6349729"/>
                      <a:pt x="3527185" y="6350138"/>
                      <a:pt x="3515232" y="6354122"/>
                    </a:cubicBezTo>
                    <a:cubicBezTo>
                      <a:pt x="3507263" y="6360098"/>
                      <a:pt x="3499431" y="6366261"/>
                      <a:pt x="3491326" y="6372051"/>
                    </a:cubicBezTo>
                    <a:cubicBezTo>
                      <a:pt x="3341360" y="6479169"/>
                      <a:pt x="3229561" y="6381169"/>
                      <a:pt x="2959420" y="6378028"/>
                    </a:cubicBezTo>
                    <a:cubicBezTo>
                      <a:pt x="2943483" y="6370059"/>
                      <a:pt x="2925977" y="6364659"/>
                      <a:pt x="2911608" y="6354122"/>
                    </a:cubicBezTo>
                    <a:cubicBezTo>
                      <a:pt x="2895705" y="6342460"/>
                      <a:pt x="2884432" y="6325480"/>
                      <a:pt x="2869773" y="6312287"/>
                    </a:cubicBezTo>
                    <a:cubicBezTo>
                      <a:pt x="2864434" y="6307482"/>
                      <a:pt x="2857689" y="6304509"/>
                      <a:pt x="2851844" y="6300334"/>
                    </a:cubicBezTo>
                    <a:cubicBezTo>
                      <a:pt x="2843739" y="6294544"/>
                      <a:pt x="2836587" y="6287346"/>
                      <a:pt x="2827938" y="6282404"/>
                    </a:cubicBezTo>
                    <a:cubicBezTo>
                      <a:pt x="2822468" y="6279278"/>
                      <a:pt x="2815907" y="6278640"/>
                      <a:pt x="2810008" y="6276428"/>
                    </a:cubicBezTo>
                    <a:cubicBezTo>
                      <a:pt x="2799963" y="6272661"/>
                      <a:pt x="2789504" y="6269685"/>
                      <a:pt x="2780126" y="6264475"/>
                    </a:cubicBezTo>
                    <a:cubicBezTo>
                      <a:pt x="2771419" y="6259638"/>
                      <a:pt x="2763783" y="6253028"/>
                      <a:pt x="2756220" y="6246546"/>
                    </a:cubicBezTo>
                    <a:cubicBezTo>
                      <a:pt x="2749803" y="6241045"/>
                      <a:pt x="2746139" y="6231755"/>
                      <a:pt x="2738291" y="6228616"/>
                    </a:cubicBezTo>
                    <a:cubicBezTo>
                      <a:pt x="2725212" y="6223384"/>
                      <a:pt x="2710400" y="6224632"/>
                      <a:pt x="2696455" y="6222640"/>
                    </a:cubicBezTo>
                    <a:cubicBezTo>
                      <a:pt x="2690479" y="6218656"/>
                      <a:pt x="2685090" y="6213604"/>
                      <a:pt x="2678526" y="6210687"/>
                    </a:cubicBezTo>
                    <a:cubicBezTo>
                      <a:pt x="2662441" y="6203538"/>
                      <a:pt x="2616183" y="6191387"/>
                      <a:pt x="2600832" y="6186781"/>
                    </a:cubicBezTo>
                    <a:cubicBezTo>
                      <a:pt x="2569687" y="6177437"/>
                      <a:pt x="2595275" y="6184398"/>
                      <a:pt x="2558997" y="6168851"/>
                    </a:cubicBezTo>
                    <a:cubicBezTo>
                      <a:pt x="2553206" y="6166369"/>
                      <a:pt x="2547044" y="6164867"/>
                      <a:pt x="2541067" y="6162875"/>
                    </a:cubicBezTo>
                    <a:cubicBezTo>
                      <a:pt x="2532582" y="6137418"/>
                      <a:pt x="2539436" y="6142772"/>
                      <a:pt x="2505208" y="6132993"/>
                    </a:cubicBezTo>
                    <a:cubicBezTo>
                      <a:pt x="2327203" y="6082134"/>
                      <a:pt x="2455379" y="6124352"/>
                      <a:pt x="2391655" y="6103110"/>
                    </a:cubicBezTo>
                    <a:cubicBezTo>
                      <a:pt x="2353817" y="6027428"/>
                      <a:pt x="2422005" y="6154493"/>
                      <a:pt x="2337867" y="6049322"/>
                    </a:cubicBezTo>
                    <a:cubicBezTo>
                      <a:pt x="2283005" y="5980746"/>
                      <a:pt x="2373916" y="6047456"/>
                      <a:pt x="2313961" y="6007487"/>
                    </a:cubicBezTo>
                    <a:cubicBezTo>
                      <a:pt x="2311969" y="6001510"/>
                      <a:pt x="2310802" y="5995192"/>
                      <a:pt x="2307985" y="5989557"/>
                    </a:cubicBezTo>
                    <a:cubicBezTo>
                      <a:pt x="2293901" y="5961389"/>
                      <a:pt x="2264652" y="5943983"/>
                      <a:pt x="2242244" y="5923816"/>
                    </a:cubicBezTo>
                    <a:cubicBezTo>
                      <a:pt x="2218438" y="5902391"/>
                      <a:pt x="2218786" y="5900507"/>
                      <a:pt x="2200408" y="5876004"/>
                    </a:cubicBezTo>
                    <a:cubicBezTo>
                      <a:pt x="2198416" y="5870028"/>
                      <a:pt x="2198886" y="5862529"/>
                      <a:pt x="2194432" y="5858075"/>
                    </a:cubicBezTo>
                    <a:cubicBezTo>
                      <a:pt x="2186218" y="5849861"/>
                      <a:pt x="2173843" y="5847116"/>
                      <a:pt x="2164550" y="5840146"/>
                    </a:cubicBezTo>
                    <a:cubicBezTo>
                      <a:pt x="2157788" y="5835075"/>
                      <a:pt x="2152597" y="5828193"/>
                      <a:pt x="2146620" y="5822216"/>
                    </a:cubicBezTo>
                    <a:cubicBezTo>
                      <a:pt x="2144628" y="5810263"/>
                      <a:pt x="2145144" y="5797608"/>
                      <a:pt x="2140644" y="5786357"/>
                    </a:cubicBezTo>
                    <a:cubicBezTo>
                      <a:pt x="2136945" y="5777109"/>
                      <a:pt x="2127656" y="5771099"/>
                      <a:pt x="2122714" y="5762451"/>
                    </a:cubicBezTo>
                    <a:cubicBezTo>
                      <a:pt x="2119589" y="5756981"/>
                      <a:pt x="2120232" y="5749764"/>
                      <a:pt x="2116738" y="5744522"/>
                    </a:cubicBezTo>
                    <a:cubicBezTo>
                      <a:pt x="2112050" y="5737490"/>
                      <a:pt x="2104309" y="5733010"/>
                      <a:pt x="2098808" y="5726593"/>
                    </a:cubicBezTo>
                    <a:cubicBezTo>
                      <a:pt x="2087690" y="5713622"/>
                      <a:pt x="2078384" y="5698945"/>
                      <a:pt x="2068926" y="5684757"/>
                    </a:cubicBezTo>
                    <a:cubicBezTo>
                      <a:pt x="2062950" y="5666828"/>
                      <a:pt x="2055581" y="5649304"/>
                      <a:pt x="2050997" y="5630969"/>
                    </a:cubicBezTo>
                    <a:cubicBezTo>
                      <a:pt x="2049005" y="5623000"/>
                      <a:pt x="2047618" y="5614855"/>
                      <a:pt x="2045020" y="5607063"/>
                    </a:cubicBezTo>
                    <a:cubicBezTo>
                      <a:pt x="2041627" y="5596886"/>
                      <a:pt x="2036459" y="5587358"/>
                      <a:pt x="2033067" y="5577181"/>
                    </a:cubicBezTo>
                    <a:cubicBezTo>
                      <a:pt x="2030470" y="5569389"/>
                      <a:pt x="2030142" y="5560901"/>
                      <a:pt x="2027091" y="5553275"/>
                    </a:cubicBezTo>
                    <a:cubicBezTo>
                      <a:pt x="2016521" y="5526849"/>
                      <a:pt x="2010892" y="5520012"/>
                      <a:pt x="1997208" y="5499487"/>
                    </a:cubicBezTo>
                    <a:cubicBezTo>
                      <a:pt x="1995216" y="5493510"/>
                      <a:pt x="1992963" y="5487615"/>
                      <a:pt x="1991232" y="5481557"/>
                    </a:cubicBezTo>
                    <a:cubicBezTo>
                      <a:pt x="1988975" y="5473659"/>
                      <a:pt x="1990386" y="5464065"/>
                      <a:pt x="1985255" y="5457651"/>
                    </a:cubicBezTo>
                    <a:cubicBezTo>
                      <a:pt x="1981320" y="5452732"/>
                      <a:pt x="1973302" y="5453667"/>
                      <a:pt x="1967326" y="5451675"/>
                    </a:cubicBezTo>
                    <a:cubicBezTo>
                      <a:pt x="1937094" y="5376096"/>
                      <a:pt x="1975347" y="5464218"/>
                      <a:pt x="1937444" y="5397887"/>
                    </a:cubicBezTo>
                    <a:cubicBezTo>
                      <a:pt x="1914380" y="5357525"/>
                      <a:pt x="1955259" y="5403749"/>
                      <a:pt x="1913538" y="5362028"/>
                    </a:cubicBezTo>
                    <a:cubicBezTo>
                      <a:pt x="1911546" y="5356051"/>
                      <a:pt x="1911497" y="5349017"/>
                      <a:pt x="1907561" y="5344098"/>
                    </a:cubicBezTo>
                    <a:cubicBezTo>
                      <a:pt x="1886317" y="5317543"/>
                      <a:pt x="1889632" y="5346203"/>
                      <a:pt x="1889632" y="5320193"/>
                    </a:cubicBezTo>
                    <a:lnTo>
                      <a:pt x="1889632" y="5320193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2" name="Entrada de lápiz 11">
                    <a:extLst>
                      <a:ext uri="{FF2B5EF4-FFF2-40B4-BE49-F238E27FC236}">
                        <a16:creationId xmlns:a16="http://schemas.microsoft.com/office/drawing/2014/main" id="{D8290691-F4E2-44E5-BCA7-9057B805F7D1}"/>
                      </a:ext>
                    </a:extLst>
                  </p14:cNvPr>
                  <p14:cNvContentPartPr/>
                  <p14:nvPr/>
                </p14:nvContentPartPr>
                <p14:xfrm>
                  <a:off x="4358881" y="1875780"/>
                  <a:ext cx="2657180" cy="1842268"/>
                </p14:xfrm>
              </p:contentPart>
            </mc:Choice>
            <mc:Fallback xmlns="">
              <p:pic>
                <p:nvPicPr>
                  <p:cNvPr id="7" name="Entrada de lápiz 6">
                    <a:extLst>
                      <a:ext uri="{FF2B5EF4-FFF2-40B4-BE49-F238E27FC236}">
                        <a16:creationId xmlns:a16="http://schemas.microsoft.com/office/drawing/2014/main" id="{03178423-712F-4462-8ECA-D71B891D8E2A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4327084" y="1843986"/>
                    <a:ext cx="2720175" cy="1905257"/>
                  </a:xfrm>
                  <a:prstGeom prst="rect">
                    <a:avLst/>
                  </a:prstGeom>
                </p:spPr>
              </p:pic>
            </mc:Fallback>
          </mc:AlternateContent>
        </p:grp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44C5D1B-5A75-4D42-AB6A-A0041423E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3867" y="3655196"/>
              <a:ext cx="800139" cy="455144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C9A8DB2-925C-44B6-9687-875FC7BD8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7309" y="3655194"/>
              <a:ext cx="800139" cy="455144"/>
            </a:xfrm>
            <a:prstGeom prst="rect">
              <a:avLst/>
            </a:prstGeom>
          </p:spPr>
        </p:pic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E5BDAA0B-B5A7-46C9-BB11-383A0B74A063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1645" y="3167660"/>
              <a:ext cx="216747" cy="365748"/>
            </a:xfrm>
            <a:prstGeom prst="rect">
              <a:avLst/>
            </a:prstGeom>
          </p:spPr>
        </p:pic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73E16C1F-C34A-4EB3-B892-DA7620EC48AF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578" y="3679126"/>
              <a:ext cx="994332" cy="599072"/>
            </a:xfrm>
            <a:prstGeom prst="rect">
              <a:avLst/>
            </a:prstGeom>
          </p:spPr>
        </p:pic>
        <p:pic>
          <p:nvPicPr>
            <p:cNvPr id="87" name="Imagen 86">
              <a:extLst>
                <a:ext uri="{FF2B5EF4-FFF2-40B4-BE49-F238E27FC236}">
                  <a16:creationId xmlns:a16="http://schemas.microsoft.com/office/drawing/2014/main" id="{D173F4B4-3A5A-4D40-8E67-166630CE9128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9671" y="3694051"/>
              <a:ext cx="995737" cy="601301"/>
            </a:xfrm>
            <a:prstGeom prst="rect">
              <a:avLst/>
            </a:prstGeom>
          </p:spPr>
        </p:pic>
      </p:grpSp>
      <p:pic>
        <p:nvPicPr>
          <p:cNvPr id="130" name="Imagen 129">
            <a:extLst>
              <a:ext uri="{FF2B5EF4-FFF2-40B4-BE49-F238E27FC236}">
                <a16:creationId xmlns:a16="http://schemas.microsoft.com/office/drawing/2014/main" id="{9050429F-3521-4DC7-A2A0-94005FCB639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270" y="1565797"/>
            <a:ext cx="4883757" cy="4411288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6063201E-A647-49C6-BABC-36E5BE71832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897" y="6034435"/>
            <a:ext cx="6020188" cy="357604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AF3D0880-B50D-40D4-9F70-2D4E0A7E751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882" y="6466581"/>
            <a:ext cx="3010429" cy="358274"/>
          </a:xfrm>
          <a:prstGeom prst="rect">
            <a:avLst/>
          </a:prstGeom>
        </p:spPr>
      </p:pic>
      <p:pic>
        <p:nvPicPr>
          <p:cNvPr id="128" name="Imagen 127">
            <a:extLst>
              <a:ext uri="{FF2B5EF4-FFF2-40B4-BE49-F238E27FC236}">
                <a16:creationId xmlns:a16="http://schemas.microsoft.com/office/drawing/2014/main" id="{6EA78985-5F5C-417D-B9A7-B32E8A58E03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270" y="1565797"/>
            <a:ext cx="4883706" cy="4409180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8B9B1B79-556D-452C-82DA-8295236EFEB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270" y="1565797"/>
            <a:ext cx="4883757" cy="4411288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E0B0106B-3C45-4739-94CF-6374070ED5F1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882" y="6466580"/>
            <a:ext cx="3013612" cy="358946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C516248F-D8C2-4EA2-9B53-B122F3D3A61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205" y="1030472"/>
            <a:ext cx="1592727" cy="379039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79AEF641-6797-45D4-9DE9-8B70F794553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943" y="1037477"/>
            <a:ext cx="1581003" cy="3821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7327B87-3FBD-4DF5-A462-B346C3C2878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930" y="2739656"/>
            <a:ext cx="1597578" cy="519022"/>
          </a:xfrm>
          <a:prstGeom prst="rect">
            <a:avLst/>
          </a:prstGeom>
        </p:spPr>
      </p:pic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67F9A8A-84E0-4553-BE16-ECC41D1EEB54}"/>
              </a:ext>
            </a:extLst>
          </p:cNvPr>
          <p:cNvCxnSpPr>
            <a:cxnSpLocks/>
          </p:cNvCxnSpPr>
          <p:nvPr/>
        </p:nvCxnSpPr>
        <p:spPr>
          <a:xfrm flipH="1" flipV="1">
            <a:off x="3756041" y="1401740"/>
            <a:ext cx="7342" cy="1337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ángulo 51 1">
            <a:extLst>
              <a:ext uri="{FF2B5EF4-FFF2-40B4-BE49-F238E27FC236}">
                <a16:creationId xmlns:a16="http://schemas.microsoft.com/office/drawing/2014/main" id="{3521C1BF-984F-4C8E-A9B3-54876E0E04E8}"/>
              </a:ext>
            </a:extLst>
          </p:cNvPr>
          <p:cNvSpPr/>
          <p:nvPr/>
        </p:nvSpPr>
        <p:spPr>
          <a:xfrm flipH="1">
            <a:off x="3072028" y="3596226"/>
            <a:ext cx="4567359" cy="1186585"/>
          </a:xfrm>
          <a:custGeom>
            <a:avLst/>
            <a:gdLst>
              <a:gd name="connsiteX0" fmla="*/ 0 w 6751244"/>
              <a:gd name="connsiteY0" fmla="*/ 0 h 2435752"/>
              <a:gd name="connsiteX1" fmla="*/ 6751244 w 6751244"/>
              <a:gd name="connsiteY1" fmla="*/ 0 h 2435752"/>
              <a:gd name="connsiteX2" fmla="*/ 6751244 w 6751244"/>
              <a:gd name="connsiteY2" fmla="*/ 2435752 h 2435752"/>
              <a:gd name="connsiteX3" fmla="*/ 0 w 6751244"/>
              <a:gd name="connsiteY3" fmla="*/ 2435752 h 2435752"/>
              <a:gd name="connsiteX4" fmla="*/ 0 w 6751244"/>
              <a:gd name="connsiteY4" fmla="*/ 0 h 2435752"/>
              <a:gd name="connsiteX0" fmla="*/ 0 w 6751244"/>
              <a:gd name="connsiteY0" fmla="*/ 2440 h 2438192"/>
              <a:gd name="connsiteX1" fmla="*/ 4964727 w 6751244"/>
              <a:gd name="connsiteY1" fmla="*/ 0 h 2438192"/>
              <a:gd name="connsiteX2" fmla="*/ 6751244 w 6751244"/>
              <a:gd name="connsiteY2" fmla="*/ 2440 h 2438192"/>
              <a:gd name="connsiteX3" fmla="*/ 6751244 w 6751244"/>
              <a:gd name="connsiteY3" fmla="*/ 2438192 h 2438192"/>
              <a:gd name="connsiteX4" fmla="*/ 0 w 6751244"/>
              <a:gd name="connsiteY4" fmla="*/ 2438192 h 2438192"/>
              <a:gd name="connsiteX5" fmla="*/ 0 w 6751244"/>
              <a:gd name="connsiteY5" fmla="*/ 2440 h 2438192"/>
              <a:gd name="connsiteX0" fmla="*/ 0 w 6751244"/>
              <a:gd name="connsiteY0" fmla="*/ 20024 h 2455776"/>
              <a:gd name="connsiteX1" fmla="*/ 4964727 w 6751244"/>
              <a:gd name="connsiteY1" fmla="*/ 17584 h 2455776"/>
              <a:gd name="connsiteX2" fmla="*/ 5568465 w 6751244"/>
              <a:gd name="connsiteY2" fmla="*/ 0 h 2455776"/>
              <a:gd name="connsiteX3" fmla="*/ 6751244 w 6751244"/>
              <a:gd name="connsiteY3" fmla="*/ 20024 h 2455776"/>
              <a:gd name="connsiteX4" fmla="*/ 6751244 w 6751244"/>
              <a:gd name="connsiteY4" fmla="*/ 2455776 h 2455776"/>
              <a:gd name="connsiteX5" fmla="*/ 0 w 6751244"/>
              <a:gd name="connsiteY5" fmla="*/ 2455776 h 2455776"/>
              <a:gd name="connsiteX6" fmla="*/ 0 w 6751244"/>
              <a:gd name="connsiteY6" fmla="*/ 20024 h 2455776"/>
              <a:gd name="connsiteX0" fmla="*/ 0 w 6751244"/>
              <a:gd name="connsiteY0" fmla="*/ 20024 h 2455776"/>
              <a:gd name="connsiteX1" fmla="*/ 4964727 w 6751244"/>
              <a:gd name="connsiteY1" fmla="*/ 17584 h 2455776"/>
              <a:gd name="connsiteX2" fmla="*/ 5263665 w 6751244"/>
              <a:gd name="connsiteY2" fmla="*/ 5861 h 2455776"/>
              <a:gd name="connsiteX3" fmla="*/ 5568465 w 6751244"/>
              <a:gd name="connsiteY3" fmla="*/ 0 h 2455776"/>
              <a:gd name="connsiteX4" fmla="*/ 6751244 w 6751244"/>
              <a:gd name="connsiteY4" fmla="*/ 20024 h 2455776"/>
              <a:gd name="connsiteX5" fmla="*/ 6751244 w 6751244"/>
              <a:gd name="connsiteY5" fmla="*/ 2455776 h 2455776"/>
              <a:gd name="connsiteX6" fmla="*/ 0 w 6751244"/>
              <a:gd name="connsiteY6" fmla="*/ 2455776 h 2455776"/>
              <a:gd name="connsiteX7" fmla="*/ 0 w 6751244"/>
              <a:gd name="connsiteY7" fmla="*/ 20024 h 2455776"/>
              <a:gd name="connsiteX0" fmla="*/ 0 w 6751244"/>
              <a:gd name="connsiteY0" fmla="*/ 389302 h 2825054"/>
              <a:gd name="connsiteX1" fmla="*/ 4964727 w 6751244"/>
              <a:gd name="connsiteY1" fmla="*/ 386862 h 2825054"/>
              <a:gd name="connsiteX2" fmla="*/ 5404342 w 6751244"/>
              <a:gd name="connsiteY2" fmla="*/ 0 h 2825054"/>
              <a:gd name="connsiteX3" fmla="*/ 5568465 w 6751244"/>
              <a:gd name="connsiteY3" fmla="*/ 369278 h 2825054"/>
              <a:gd name="connsiteX4" fmla="*/ 6751244 w 6751244"/>
              <a:gd name="connsiteY4" fmla="*/ 389302 h 2825054"/>
              <a:gd name="connsiteX5" fmla="*/ 6751244 w 6751244"/>
              <a:gd name="connsiteY5" fmla="*/ 2825054 h 2825054"/>
              <a:gd name="connsiteX6" fmla="*/ 0 w 6751244"/>
              <a:gd name="connsiteY6" fmla="*/ 2825054 h 2825054"/>
              <a:gd name="connsiteX7" fmla="*/ 0 w 6751244"/>
              <a:gd name="connsiteY7" fmla="*/ 389302 h 2825054"/>
              <a:gd name="connsiteX0" fmla="*/ 0 w 6751244"/>
              <a:gd name="connsiteY0" fmla="*/ 389302 h 2825054"/>
              <a:gd name="connsiteX1" fmla="*/ 4964727 w 6751244"/>
              <a:gd name="connsiteY1" fmla="*/ 386862 h 2825054"/>
              <a:gd name="connsiteX2" fmla="*/ 5404342 w 6751244"/>
              <a:gd name="connsiteY2" fmla="*/ 0 h 2825054"/>
              <a:gd name="connsiteX3" fmla="*/ 5398480 w 6751244"/>
              <a:gd name="connsiteY3" fmla="*/ 369278 h 2825054"/>
              <a:gd name="connsiteX4" fmla="*/ 6751244 w 6751244"/>
              <a:gd name="connsiteY4" fmla="*/ 389302 h 2825054"/>
              <a:gd name="connsiteX5" fmla="*/ 6751244 w 6751244"/>
              <a:gd name="connsiteY5" fmla="*/ 2825054 h 2825054"/>
              <a:gd name="connsiteX6" fmla="*/ 0 w 6751244"/>
              <a:gd name="connsiteY6" fmla="*/ 2825054 h 2825054"/>
              <a:gd name="connsiteX7" fmla="*/ 0 w 6751244"/>
              <a:gd name="connsiteY7" fmla="*/ 389302 h 2825054"/>
              <a:gd name="connsiteX0" fmla="*/ 0 w 6751244"/>
              <a:gd name="connsiteY0" fmla="*/ 389302 h 2825054"/>
              <a:gd name="connsiteX1" fmla="*/ 4964727 w 6751244"/>
              <a:gd name="connsiteY1" fmla="*/ 386862 h 2825054"/>
              <a:gd name="connsiteX2" fmla="*/ 5404342 w 6751244"/>
              <a:gd name="connsiteY2" fmla="*/ 0 h 2825054"/>
              <a:gd name="connsiteX3" fmla="*/ 5251941 w 6751244"/>
              <a:gd name="connsiteY3" fmla="*/ 369278 h 2825054"/>
              <a:gd name="connsiteX4" fmla="*/ 6751244 w 6751244"/>
              <a:gd name="connsiteY4" fmla="*/ 389302 h 2825054"/>
              <a:gd name="connsiteX5" fmla="*/ 6751244 w 6751244"/>
              <a:gd name="connsiteY5" fmla="*/ 2825054 h 2825054"/>
              <a:gd name="connsiteX6" fmla="*/ 0 w 6751244"/>
              <a:gd name="connsiteY6" fmla="*/ 2825054 h 2825054"/>
              <a:gd name="connsiteX7" fmla="*/ 0 w 6751244"/>
              <a:gd name="connsiteY7" fmla="*/ 389302 h 2825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51244" h="2825054">
                <a:moveTo>
                  <a:pt x="0" y="389302"/>
                </a:moveTo>
                <a:lnTo>
                  <a:pt x="4964727" y="386862"/>
                </a:lnTo>
                <a:lnTo>
                  <a:pt x="5404342" y="0"/>
                </a:lnTo>
                <a:lnTo>
                  <a:pt x="5251941" y="369278"/>
                </a:lnTo>
                <a:lnTo>
                  <a:pt x="6751244" y="389302"/>
                </a:lnTo>
                <a:lnTo>
                  <a:pt x="6751244" y="2825054"/>
                </a:lnTo>
                <a:lnTo>
                  <a:pt x="0" y="2825054"/>
                </a:lnTo>
                <a:lnTo>
                  <a:pt x="0" y="389302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 sz="2400" b="1" i="1" dirty="0"/>
          </a:p>
          <a:p>
            <a:r>
              <a:rPr lang="es-ES" sz="2400" i="1" dirty="0" err="1"/>
              <a:t>Probability</a:t>
            </a:r>
            <a:r>
              <a:rPr lang="es-ES" sz="2400" i="1" dirty="0"/>
              <a:t> </a:t>
            </a:r>
            <a:r>
              <a:rPr lang="es-ES" sz="2400" i="1" dirty="0" err="1"/>
              <a:t>of</a:t>
            </a:r>
            <a:r>
              <a:rPr lang="es-ES" sz="2400" i="1" dirty="0"/>
              <a:t> </a:t>
            </a:r>
            <a:r>
              <a:rPr lang="es-ES" sz="2400" i="1" dirty="0" err="1"/>
              <a:t>selecting</a:t>
            </a:r>
            <a:r>
              <a:rPr lang="es-ES" sz="2400" i="1" dirty="0"/>
              <a:t> </a:t>
            </a:r>
            <a:r>
              <a:rPr lang="es-ES" sz="2400" i="1" dirty="0" err="1"/>
              <a:t>the</a:t>
            </a:r>
            <a:r>
              <a:rPr lang="es-ES" sz="2400" i="1" dirty="0"/>
              <a:t> </a:t>
            </a:r>
            <a:r>
              <a:rPr lang="es-ES" sz="2400" i="1" dirty="0" err="1"/>
              <a:t>side</a:t>
            </a:r>
            <a:r>
              <a:rPr lang="es-ES" sz="2400" i="1" dirty="0"/>
              <a:t> </a:t>
            </a:r>
            <a:r>
              <a:rPr lang="es-ES" sz="2400" i="1" dirty="0" err="1"/>
              <a:t>where</a:t>
            </a:r>
            <a:r>
              <a:rPr lang="es-ES" sz="2400" i="1" dirty="0"/>
              <a:t> </a:t>
            </a:r>
            <a:r>
              <a:rPr lang="es-ES" sz="2400" i="1" dirty="0" err="1"/>
              <a:t>the</a:t>
            </a:r>
            <a:r>
              <a:rPr lang="es-ES" sz="2400" i="1" dirty="0"/>
              <a:t> </a:t>
            </a:r>
            <a:r>
              <a:rPr lang="es-ES" sz="2400" i="1" dirty="0" err="1"/>
              <a:t>stimulus</a:t>
            </a:r>
            <a:r>
              <a:rPr lang="es-ES" sz="2400" i="1" dirty="0"/>
              <a:t> </a:t>
            </a:r>
            <a:r>
              <a:rPr lang="es-ES" sz="2400" i="1" dirty="0" err="1"/>
              <a:t>appeared</a:t>
            </a:r>
            <a:br>
              <a:rPr lang="es-ES" sz="2400" dirty="0"/>
            </a:b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74671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,7312"/>
  <p:tag name="ORIGINALWIDTH" val="1178,853"/>
  <p:tag name="LATEXADDIN" val="\documentclass{article}&#10;\usepackage{amsmath}&#10;\usepackage{bm}&#10;\pagestyle{empty}&#10;\begin{document}&#10;&#10;$ \hat {\bm \theta}_{ML} = arg\max_{\bm \theta} L(\bm \theta) $&#10;\end{document}"/>
  <p:tag name="IGUANATEXSIZE" val="40"/>
  <p:tag name="IGUANATEXCURSOR" val="144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,7312"/>
  <p:tag name="ORIGINALWIDTH" val="2393,701"/>
  <p:tag name="LATEXADDIN" val="\documentclass{article}&#10;\usepackage{amsmath}&#10;\usepackage{bm}&#10;\pagestyle{empty}&#10;\begin{document}&#10;&#10;$ \hat {\bm \theta}_{ML} = arg\max_{\bm \theta}  \log L(\bm \theta) = arg\max_{\bm \theta} LL(\bm \theta)$&#10;\end{document}"/>
  <p:tag name="IGUANATEXSIZE" val="40"/>
  <p:tag name="IGUANATEXCURSOR" val="189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2433,446"/>
  <p:tag name="LATEXADDIN" val="\documentclass{article}&#10;\usepackage{amsmath}&#10;\usepackage{bm}&#10;\pagestyle{empty}&#10;\begin{document}&#10;&#10;$L(\bm \theta) = p(\bm Y|\bm X, \theta) = p(\bm y_1|\bm x_1, \bm \theta)...p(\bm y_n|\bm x_n, \bm \theta)$&#10;\end{document}"/>
  <p:tag name="IGUANATEXSIZE" val="35"/>
  <p:tag name="IGUANATEXCURSOR" val="98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2464,942"/>
  <p:tag name="LATEXADDIN" val="\documentclass{article}&#10;\usepackage{amsmath}&#10;\usepackage{bm}&#10;\pagestyle{empty}&#10;\begin{document}&#10;&#10;$ LL(\bm \theta) =  \log p(\bm y_1|\bm x_1, \bm \theta)+...+ \log p(\bm y_n|\bm x_n, \bm \theta)$&#10;\end{document}"/>
  <p:tag name="IGUANATEXSIZE" val="35"/>
  <p:tag name="IGUANATEXCURSOR" val="100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053,618"/>
  <p:tag name="LATEXADDIN" val="\documentclass{article}&#10;\usepackage{amsmath}&#10;\usepackage{bm}&#10;\pagestyle{empty}&#10;\begin{document}&#10;&#10;&#10;$LL(\theta {=} 0.7)= -6.11$&#10;\end{document}"/>
  <p:tag name="IGUANATEXSIZE" val="28"/>
  <p:tag name="IGUANATEXCURSOR" val="124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2113,986"/>
  <p:tag name="LATEXADDIN" val="\documentclass{article}&#10;\usepackage{amsmath}&#10;\usepackage{bm}&#10;\pagestyle{empty}&#10;\begin{document}&#10;&#10;&#10;$L(\theta {=} 0.7)= 0.7 \times 0.3 \hdots \times 0.3 = 0.0022$&#10;\end{document}"/>
  <p:tag name="IGUANATEXSIZE" val="28"/>
  <p:tag name="IGUANATEXCURSOR" val="159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2118,485"/>
  <p:tag name="LATEXADDIN" val="\documentclass{article}&#10;\usepackage{amsmath}&#10;\usepackage{bm}&#10;\pagestyle{empty}&#10;\begin{document}&#10;&#10;&#10;$L(\theta {=} 0.8)= 0.8 \times 0.2 \hdots \times 0.2 = 0.0017$&#10;\end{document}"/>
  <p:tag name="IGUANATEXSIZE" val="28"/>
  <p:tag name="IGUANATEXCURSOR" val="159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2,1672"/>
  <p:tag name="ORIGINALWIDTH" val="1350,581"/>
  <p:tag name="LATEXADDIN" val="\documentclass{article}&#10;\usepackage{amsmath}&#10;\usepackage{bm}&#10;\pagestyle{empty}&#10;\linespread{.8}&#10;&#10;\begin{document}&#10;&#10;\begin{align*}&#10;&amp; p(r_t=L|s_t=L) = \theta\\&#10;&amp; p(r_t=R|s_t=L) = 1-\theta\\&#10;&amp; p(r_t=L|s_t=R) = 1-\theta\\&#10;&amp; p(r_t=R|s_t=R) = \theta&#10;\end{align*}&#10;&#10;\end{document}"/>
  <p:tag name="IGUANATEXSIZE" val="28"/>
  <p:tag name="IGUANATEXCURSOR" val="254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377,2028"/>
  <p:tag name="LATEXADDIN" val="\documentclass{article}&#10;\usepackage{amsmath}&#10;\usepackage{bm}&#10;\pagestyle{empty}&#10;\begin{document}&#10;&#10;&#10;$\theta = 0.6$&#10;&#10;\end{document}"/>
  <p:tag name="IGUANATEXSIZE" val="40"/>
  <p:tag name="IGUANATEXCURSOR" val="111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8,793"/>
  <p:tag name="ORIGINALWIDTH" val="1847,019"/>
  <p:tag name="LATEXADDIN" val="\documentclass{article}&#10;\usepackage{amsmath}&#10;\usepackage{bm}&#10;\usepackage{xcolor}&#10;\pagestyle{empty}&#10;\begin{document}&#10;&#10;\newcommand \pp {0.6} &#10;\newcommand \qq {0.4} &#10;\newcommand \cc {\textcolor{black}}&#10;\newcommand \ww {\textcolor{white}}&#10;&#10;&#10;\begin{tabular}{|cc|cc|}&#10;  \hline&#10;  $s_t$ &amp; $\ww {r_t}$ &amp; $p(r_t=L)$ &amp; $p(r_r=R)$ \\&#10;  \hline&#10;  L &amp; \ww L &amp; \pp  &amp; \cc\qq \\&#10;  L &amp; \ww R &amp; \cc\pp  &amp; \qq  \\&#10;  R &amp; \ww R &amp; \cc\qq &amp; \pp \\&#10;  L &amp; \ww L &amp; \pp  &amp; \cc\qq \\&#10;  R &amp; \ww L &amp; \qq &amp; \cc\pp \\&#10;  R &amp; \ww R &amp; \cc\qq &amp; \pp \\&#10;  L &amp; \ww L &amp; \pp  &amp; \cc\qq \\&#10;  R &amp; \ww R &amp; \cc\qq &amp; \pp \\&#10;  L &amp; \ww L &amp; \pp  &amp; \cc\qq \\&#10;  R &amp; \ww L &amp; \qq &amp; \cc\pp \\&#10;  \hline&#10;\end{tabular}&#10;&#10;&#10;\end{document}"/>
  <p:tag name="IGUANATEXSIZE" val="26"/>
  <p:tag name="IGUANATEXCURSOR" val="196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8,793"/>
  <p:tag name="ORIGINALWIDTH" val="1847,019"/>
  <p:tag name="LATEXADDIN" val="\documentclass{article}&#10;\usepackage{amsmath}&#10;\usepackage{bm}&#10;\usepackage{xcolor}&#10;\pagestyle{empty}&#10;\begin{document}&#10;&#10;\newcommand \pp {0.6} &#10;\newcommand \qq {0.4} &#10;\newcommand \cc {\textcolor{lightgray}}&#10;\newcommand \ww {\textcolor{black}}&#10;&#10;&#10;\begin{tabular}{|cc|cc|}&#10;  \hline&#10;  $s_t$ &amp; $\ww {r_t}$ &amp; $p(r_t=L)$ &amp; $p(r_r=R)$ \\&#10;  \hline&#10;  L &amp; \ww L &amp; \pp  &amp; \cc\qq \\&#10;  L &amp; \ww R &amp; \cc\pp  &amp; \qq  \\&#10;  R &amp; \ww R &amp; \cc\qq &amp; \pp \\&#10;  L &amp; \ww L &amp; \pp  &amp; \cc\qq \\&#10;  R &amp; \ww L &amp; \qq &amp; \cc\pp \\&#10;  R &amp; \ww R &amp; \cc\qq &amp; \pp \\&#10;  L &amp; \ww L &amp; \pp  &amp; \cc\qq \\&#10;  R &amp; \ww R &amp; \cc\qq &amp; \pp \\&#10;  L &amp; \ww L &amp; \pp  &amp; \cc\qq \\&#10;  R &amp; \ww L &amp; \qq &amp; \cc\pp \\&#10;  \hline&#10;\end{tabular}&#10;&#10;&#10;\end{document}"/>
  <p:tag name="IGUANATEXSIZE" val="26"/>
  <p:tag name="IGUANATEXCURSOR" val="160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2114,736"/>
  <p:tag name="LATEXADDIN" val="\documentclass{article}&#10;\usepackage{amsmath}&#10;\usepackage{bm}&#10;\pagestyle{empty}&#10;\begin{document}&#10;&#10;&#10;$L(\theta {=} 0.6)= 0.6 \times 0.4 \hdots \times 0.4 = 0.0018$&#10;\end{document}"/>
  <p:tag name="IGUANATEXSIZE" val="28"/>
  <p:tag name="IGUANATEXCURSOR" val="159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057,368"/>
  <p:tag name="LATEXADDIN" val="\documentclass{article}&#10;\usepackage{amsmath}&#10;\usepackage{bm}&#10;\pagestyle{empty}&#10;\begin{document}&#10;&#10;&#10;$LL(\theta {=} 0.6)= -6.32$&#10;\end{document}"/>
  <p:tag name="IGUANATEXSIZE" val="28"/>
  <p:tag name="IGUANATEXCURSOR" val="124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8,793"/>
  <p:tag name="ORIGINALWIDTH" val="1847,019"/>
  <p:tag name="LATEXADDIN" val="\documentclass{article}&#10;\usepackage{amsmath}&#10;\usepackage{bm}&#10;\usepackage{xcolor}&#10;\pagestyle{empty}&#10;\begin{document}&#10;&#10;\newcommand \pp {0.7} &#10;\newcommand \qq {0.3} &#10;\newcommand \cc {\textcolor{lightgray}}&#10;\newcommand \ww {\textcolor{black}}&#10;&#10;&#10;\begin{tabular}{|cc|cc|}&#10;  \hline&#10;  $s_t$ &amp; $\ww {r_t}$ &amp; $p(r_t=L)$ &amp; $p(r_r=R)$ \\&#10;  \hline&#10;  L &amp; \ww L &amp; \pp  &amp; \cc\qq \\&#10;  L &amp; \ww R &amp; \cc\pp  &amp; \qq  \\&#10;  R &amp; \ww R &amp; \cc\qq &amp; \pp \\&#10;  L &amp; \ww L &amp; \pp  &amp; \cc\qq \\&#10;  R &amp; \ww L &amp; \qq &amp; \cc\pp \\&#10;  R &amp; \ww R &amp; \cc\qq &amp; \pp \\&#10;  L &amp; \ww L &amp; \pp  &amp; \cc\qq \\&#10;  R &amp; \ww R &amp; \cc\qq &amp; \pp \\&#10;  L &amp; \ww L &amp; \pp  &amp; \cc\qq \\&#10;  R &amp; \ww L &amp; \qq &amp; \cc\pp \\&#10;  \hline&#10;\end{tabular}&#10;&#10;&#10;\end{document}"/>
  <p:tag name="IGUANATEXSIZE" val="26"/>
  <p:tag name="IGUANATEXCURSOR" val="236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8,793"/>
  <p:tag name="ORIGINALWIDTH" val="1847,019"/>
  <p:tag name="LATEXADDIN" val="\documentclass{article}&#10;\usepackage{amsmath}&#10;\usepackage{bm}&#10;\usepackage{xcolor}&#10;\pagestyle{empty}&#10;\begin{document}&#10;&#10;\newcommand \pp {0.8} &#10;\newcommand \qq {0.2} &#10;\newcommand \cc {\textcolor{lightgray}}&#10;\newcommand \ww {\textcolor{black}}&#10;&#10;&#10;\begin{tabular}{|cc|cc|}&#10;  \hline&#10;  $s_t$ &amp; $\ww {r_t}$ &amp; $p(r_t=L)$ &amp; $p(r_r=R)$ \\&#10;  \hline&#10;  L &amp; \ww L &amp; \pp  &amp; \cc\qq \\&#10;  L &amp; \ww R &amp; \cc\pp  &amp; \qq  \\&#10;  R &amp; \ww R &amp; \cc\qq &amp; \pp \\&#10;  L &amp; \ww L &amp; \pp  &amp; \cc\qq \\&#10;  R &amp; \ww L &amp; \qq &amp; \cc\pp \\&#10;  R &amp; \ww R &amp; \cc\qq &amp; \pp \\&#10;  L &amp; \ww L &amp; \pp  &amp; \cc\qq \\&#10;  R &amp; \ww R &amp; \cc\qq &amp; \pp \\&#10;  L &amp; \ww L &amp; \pp  &amp; \cc\qq \\&#10;  R &amp; \ww L &amp; \qq &amp; \cc\pp \\&#10;  \hline&#10;\end{tabular}&#10;&#10;&#10;\end{document}"/>
  <p:tag name="IGUANATEXSIZE" val="26"/>
  <p:tag name="IGUANATEXCURSOR" val="160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058,118"/>
  <p:tag name="LATEXADDIN" val="\documentclass{article}&#10;\usepackage{amsmath}&#10;\usepackage{bm}&#10;\pagestyle{empty}&#10;\begin{document}&#10;&#10;&#10;$LL(\theta {=} 0.8)= -6.39$&#10;\end{document}"/>
  <p:tag name="IGUANATEXSIZE" val="28"/>
  <p:tag name="IGUANATEXCURSOR" val="124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380,9524"/>
  <p:tag name="LATEXADDIN" val="\documentclass{article}&#10;\usepackage{amsmath}&#10;\usepackage{bm}&#10;\pagestyle{empty}&#10;\begin{document}&#10;&#10;&#10;$\theta = 0.7$&#10;&#10;\end{document}"/>
  <p:tag name="IGUANATEXSIZE" val="40"/>
  <p:tag name="IGUANATEXCURSOR" val="111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377,2028"/>
  <p:tag name="LATEXADDIN" val="\documentclass{article}&#10;\usepackage{amsmath}&#10;\usepackage{bm}&#10;\pagestyle{empty}&#10;\begin{document}&#10;&#10;&#10;$\theta = 0.8$&#10;&#10;\end{document}"/>
  <p:tag name="IGUANATEXSIZE" val="40"/>
  <p:tag name="IGUANATEXCURSOR" val="111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2347"/>
  <p:tag name="ORIGINALWIDTH" val="380,9524"/>
  <p:tag name="LATEXADDIN" val="\documentclass{article}&#10;\usepackage{amsmath}&#10;\usepackage{bm}&#10;\pagestyle{empty}&#10;\begin{document}&#10;&#10;&#10;$\hat \theta = 0.7$&#10;&#10;\end{document}"/>
  <p:tag name="IGUANATEXSIZE" val="40"/>
  <p:tag name="IGUANATEXCURSOR" val="116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,23882"/>
  <p:tag name="ORIGINALWIDTH" val="52,49347"/>
  <p:tag name="LATEXADDIN" val="\documentclass{article}&#10;\usepackage{amsmath}&#10;\usepackage{bm}&#10;\pagestyle{empty}&#10;\begin{document}&#10;&#10;&#10;$\theta$&#10;&#10;\end{document}"/>
  <p:tag name="IGUANATEXSIZE" val="40"/>
  <p:tag name="IGUANATEXCURSOR" val="99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5,7255"/>
  <p:tag name="ORIGINALWIDTH" val="325,4593"/>
  <p:tag name="LATEXADDIN" val="\documentclass{article}&#10;\usepackage{amsmath}&#10;\usepackage{bm}&#10;\pagestyle{empty}&#10;&#10;\linespread{.8}&#10;&#10;\begin{document}&#10;&#10;\begin{center}&#10;$s_t$ \\ $\scriptstyle \in \{L,R\}$&#10;\end{center}&#10;\end{document}"/>
  <p:tag name="IGUANATEXSIZE" val="30"/>
  <p:tag name="IGUANATEXCURSOR" val="153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5,7255"/>
  <p:tag name="ORIGINALWIDTH" val="325,4593"/>
  <p:tag name="LATEXADDIN" val="\documentclass{article}&#10;\usepackage{amsmath}&#10;\usepackage{bm}&#10;\pagestyle{empty}&#10;&#10;\linespread{.8}&#10;&#10;\begin{document}&#10;&#10;\begin{center}&#10;$r_t$ \\ $\scriptstyle \in \{L,R\}$&#10;\end{center}&#10;\end{document}"/>
  <p:tag name="IGUANATEXSIZE" val="30"/>
  <p:tag name="IGUANATEXCURSOR" val="132"/>
  <p:tag name="TRANSPARENCY" val="Verdadero"/>
  <p:tag name="FILENAME" val=""/>
  <p:tag name="LATEXENGINEID" val="0"/>
  <p:tag name="TEMPFOLDER" val="C:\Users\alexa\Downloads\"/>
  <p:tag name="LATEXFORMHEIGHT" val="312"/>
  <p:tag name="LATEXFORMWIDTH" val="384"/>
  <p:tag name="LATEXFORMWRAP" val="Verdadero"/>
  <p:tag name="BITMAPVECTOR" val="0"/>
</p:tagLst>
</file>

<file path=ppt/theme/theme1.xml><?xml version="1.0" encoding="utf-8"?>
<a:theme xmlns:a="http://schemas.openxmlformats.org/drawingml/2006/main" name="Tema de l'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18550</TotalTime>
  <Words>76</Words>
  <Application>Microsoft Macintosh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l'Office</vt:lpstr>
      <vt:lpstr>Parameter estimation (inference)</vt:lpstr>
      <vt:lpstr>Toy example: 2 AFC detection task</vt:lpstr>
    </vt:vector>
  </TitlesOfParts>
  <Company>Universitat Pompeu Fabra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modelling of behavioral data and linear regression</dc:title>
  <dc:creator>u109469</dc:creator>
  <cp:lastModifiedBy>Klaus Wimmer</cp:lastModifiedBy>
  <cp:revision>489</cp:revision>
  <dcterms:created xsi:type="dcterms:W3CDTF">2019-06-18T16:37:23Z</dcterms:created>
  <dcterms:modified xsi:type="dcterms:W3CDTF">2026-10-23T13:14:01Z</dcterms:modified>
</cp:coreProperties>
</file>